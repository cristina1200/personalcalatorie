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D24856-513A-40FF-8B09-8CB40FE95851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7251251-9079-4CFB-A98A-CD6797F2E6A5}">
      <dgm:prSet/>
      <dgm:spPr/>
      <dgm:t>
        <a:bodyPr/>
        <a:lstStyle/>
        <a:p>
          <a:r>
            <a:rPr lang="en-US"/>
            <a:t>Aplicații fragmentate</a:t>
          </a:r>
        </a:p>
      </dgm:t>
    </dgm:pt>
    <dgm:pt modelId="{4C63780D-86BF-44B9-BFFB-EDA0A455B48D}" type="parTrans" cxnId="{81465360-5638-4A06-BA28-D4FF757D60E8}">
      <dgm:prSet/>
      <dgm:spPr/>
      <dgm:t>
        <a:bodyPr/>
        <a:lstStyle/>
        <a:p>
          <a:endParaRPr lang="en-US"/>
        </a:p>
      </dgm:t>
    </dgm:pt>
    <dgm:pt modelId="{67CDFE1F-4949-49E9-8AC5-0AEEEC36436A}" type="sibTrans" cxnId="{81465360-5638-4A06-BA28-D4FF757D60E8}">
      <dgm:prSet/>
      <dgm:spPr/>
      <dgm:t>
        <a:bodyPr/>
        <a:lstStyle/>
        <a:p>
          <a:endParaRPr lang="en-US"/>
        </a:p>
      </dgm:t>
    </dgm:pt>
    <dgm:pt modelId="{F69E8EE7-214D-4130-9AAF-13358093D459}">
      <dgm:prSet/>
      <dgm:spPr/>
      <dgm:t>
        <a:bodyPr/>
        <a:lstStyle/>
        <a:p>
          <a:r>
            <a:rPr lang="en-US"/>
            <a:t>Informații greu de corelat</a:t>
          </a:r>
        </a:p>
      </dgm:t>
    </dgm:pt>
    <dgm:pt modelId="{8BF7B16B-6D67-4E67-A4A6-90EE65B9D782}" type="parTrans" cxnId="{0FAD2D90-5CFA-4E1F-8B47-A3A209334E9F}">
      <dgm:prSet/>
      <dgm:spPr/>
      <dgm:t>
        <a:bodyPr/>
        <a:lstStyle/>
        <a:p>
          <a:endParaRPr lang="en-US"/>
        </a:p>
      </dgm:t>
    </dgm:pt>
    <dgm:pt modelId="{6371A4AD-F76B-4B94-98CA-F7F11E9DCBEF}" type="sibTrans" cxnId="{0FAD2D90-5CFA-4E1F-8B47-A3A209334E9F}">
      <dgm:prSet/>
      <dgm:spPr/>
      <dgm:t>
        <a:bodyPr/>
        <a:lstStyle/>
        <a:p>
          <a:endParaRPr lang="en-US"/>
        </a:p>
      </dgm:t>
    </dgm:pt>
    <dgm:pt modelId="{63C90171-024F-4C11-B860-3769C4A4DBDD}">
      <dgm:prSet/>
      <dgm:spPr/>
      <dgm:t>
        <a:bodyPr/>
        <a:lstStyle/>
        <a:p>
          <a:r>
            <a:rPr lang="en-US"/>
            <a:t>Pierdere de timp</a:t>
          </a:r>
        </a:p>
      </dgm:t>
    </dgm:pt>
    <dgm:pt modelId="{3C8BACF6-B7A0-4387-8BB5-B1C3D7694914}" type="parTrans" cxnId="{3B155F7C-F5FA-43B4-AE25-0F42D38802E3}">
      <dgm:prSet/>
      <dgm:spPr/>
      <dgm:t>
        <a:bodyPr/>
        <a:lstStyle/>
        <a:p>
          <a:endParaRPr lang="en-US"/>
        </a:p>
      </dgm:t>
    </dgm:pt>
    <dgm:pt modelId="{B8144CC6-EE9D-441B-95E3-B618952FDD57}" type="sibTrans" cxnId="{3B155F7C-F5FA-43B4-AE25-0F42D38802E3}">
      <dgm:prSet/>
      <dgm:spPr/>
      <dgm:t>
        <a:bodyPr/>
        <a:lstStyle/>
        <a:p>
          <a:endParaRPr lang="en-US"/>
        </a:p>
      </dgm:t>
    </dgm:pt>
    <dgm:pt modelId="{48B8FEC0-D25C-422A-93A7-1DE3E817B579}">
      <dgm:prSet/>
      <dgm:spPr/>
      <dgm:t>
        <a:bodyPr/>
        <a:lstStyle/>
        <a:p>
          <a:r>
            <a:rPr lang="en-US"/>
            <a:t>Stres pentru utilizator</a:t>
          </a:r>
        </a:p>
      </dgm:t>
    </dgm:pt>
    <dgm:pt modelId="{84B37D66-4145-4EEB-A744-B0453C875DDB}" type="parTrans" cxnId="{D7533D33-A4AF-4832-BFFC-669F76416D23}">
      <dgm:prSet/>
      <dgm:spPr/>
      <dgm:t>
        <a:bodyPr/>
        <a:lstStyle/>
        <a:p>
          <a:endParaRPr lang="en-US"/>
        </a:p>
      </dgm:t>
    </dgm:pt>
    <dgm:pt modelId="{B544792D-EC12-483A-ACFE-5CEC59E5E494}" type="sibTrans" cxnId="{D7533D33-A4AF-4832-BFFC-669F76416D23}">
      <dgm:prSet/>
      <dgm:spPr/>
      <dgm:t>
        <a:bodyPr/>
        <a:lstStyle/>
        <a:p>
          <a:endParaRPr lang="en-US"/>
        </a:p>
      </dgm:t>
    </dgm:pt>
    <dgm:pt modelId="{BA9C9BC3-D241-4CC7-B008-9D92A1E1708D}" type="pres">
      <dgm:prSet presAssocID="{DAD24856-513A-40FF-8B09-8CB40FE95851}" presName="outerComposite" presStyleCnt="0">
        <dgm:presLayoutVars>
          <dgm:chMax val="5"/>
          <dgm:dir/>
          <dgm:resizeHandles val="exact"/>
        </dgm:presLayoutVars>
      </dgm:prSet>
      <dgm:spPr/>
    </dgm:pt>
    <dgm:pt modelId="{A869D715-D294-449B-994A-6658184F6A68}" type="pres">
      <dgm:prSet presAssocID="{DAD24856-513A-40FF-8B09-8CB40FE95851}" presName="dummyMaxCanvas" presStyleCnt="0">
        <dgm:presLayoutVars/>
      </dgm:prSet>
      <dgm:spPr/>
    </dgm:pt>
    <dgm:pt modelId="{A2E2D779-FAEB-4081-BE86-3B29854EBB36}" type="pres">
      <dgm:prSet presAssocID="{DAD24856-513A-40FF-8B09-8CB40FE95851}" presName="FourNodes_1" presStyleLbl="node1" presStyleIdx="0" presStyleCnt="4">
        <dgm:presLayoutVars>
          <dgm:bulletEnabled val="1"/>
        </dgm:presLayoutVars>
      </dgm:prSet>
      <dgm:spPr/>
    </dgm:pt>
    <dgm:pt modelId="{5D831C9D-F597-46DC-966F-29FE96C6EB99}" type="pres">
      <dgm:prSet presAssocID="{DAD24856-513A-40FF-8B09-8CB40FE95851}" presName="FourNodes_2" presStyleLbl="node1" presStyleIdx="1" presStyleCnt="4">
        <dgm:presLayoutVars>
          <dgm:bulletEnabled val="1"/>
        </dgm:presLayoutVars>
      </dgm:prSet>
      <dgm:spPr/>
    </dgm:pt>
    <dgm:pt modelId="{E48B1CDA-3AB8-405D-A48C-9E47A4BD4AFB}" type="pres">
      <dgm:prSet presAssocID="{DAD24856-513A-40FF-8B09-8CB40FE95851}" presName="FourNodes_3" presStyleLbl="node1" presStyleIdx="2" presStyleCnt="4">
        <dgm:presLayoutVars>
          <dgm:bulletEnabled val="1"/>
        </dgm:presLayoutVars>
      </dgm:prSet>
      <dgm:spPr/>
    </dgm:pt>
    <dgm:pt modelId="{A6DDF835-BFFB-4D59-A556-E6FF1D75C4EC}" type="pres">
      <dgm:prSet presAssocID="{DAD24856-513A-40FF-8B09-8CB40FE95851}" presName="FourNodes_4" presStyleLbl="node1" presStyleIdx="3" presStyleCnt="4">
        <dgm:presLayoutVars>
          <dgm:bulletEnabled val="1"/>
        </dgm:presLayoutVars>
      </dgm:prSet>
      <dgm:spPr/>
    </dgm:pt>
    <dgm:pt modelId="{51B77E29-EF8C-4A7B-8F7D-F0FF759F64FB}" type="pres">
      <dgm:prSet presAssocID="{DAD24856-513A-40FF-8B09-8CB40FE95851}" presName="FourConn_1-2" presStyleLbl="fgAccFollowNode1" presStyleIdx="0" presStyleCnt="3">
        <dgm:presLayoutVars>
          <dgm:bulletEnabled val="1"/>
        </dgm:presLayoutVars>
      </dgm:prSet>
      <dgm:spPr/>
    </dgm:pt>
    <dgm:pt modelId="{53171925-6AB4-4F00-9FB8-E461940DC7BD}" type="pres">
      <dgm:prSet presAssocID="{DAD24856-513A-40FF-8B09-8CB40FE95851}" presName="FourConn_2-3" presStyleLbl="fgAccFollowNode1" presStyleIdx="1" presStyleCnt="3">
        <dgm:presLayoutVars>
          <dgm:bulletEnabled val="1"/>
        </dgm:presLayoutVars>
      </dgm:prSet>
      <dgm:spPr/>
    </dgm:pt>
    <dgm:pt modelId="{8AAFFFE0-AA06-423A-A210-51ACA3689202}" type="pres">
      <dgm:prSet presAssocID="{DAD24856-513A-40FF-8B09-8CB40FE95851}" presName="FourConn_3-4" presStyleLbl="fgAccFollowNode1" presStyleIdx="2" presStyleCnt="3">
        <dgm:presLayoutVars>
          <dgm:bulletEnabled val="1"/>
        </dgm:presLayoutVars>
      </dgm:prSet>
      <dgm:spPr/>
    </dgm:pt>
    <dgm:pt modelId="{0DFBFAEF-CEE7-476F-9AEB-55AAD82C165D}" type="pres">
      <dgm:prSet presAssocID="{DAD24856-513A-40FF-8B09-8CB40FE95851}" presName="FourNodes_1_text" presStyleLbl="node1" presStyleIdx="3" presStyleCnt="4">
        <dgm:presLayoutVars>
          <dgm:bulletEnabled val="1"/>
        </dgm:presLayoutVars>
      </dgm:prSet>
      <dgm:spPr/>
    </dgm:pt>
    <dgm:pt modelId="{22D72E87-2A7B-4D7D-83DC-02842ABD638B}" type="pres">
      <dgm:prSet presAssocID="{DAD24856-513A-40FF-8B09-8CB40FE95851}" presName="FourNodes_2_text" presStyleLbl="node1" presStyleIdx="3" presStyleCnt="4">
        <dgm:presLayoutVars>
          <dgm:bulletEnabled val="1"/>
        </dgm:presLayoutVars>
      </dgm:prSet>
      <dgm:spPr/>
    </dgm:pt>
    <dgm:pt modelId="{4B150E41-BBCB-48BC-B6F3-A6FA28FCC6B0}" type="pres">
      <dgm:prSet presAssocID="{DAD24856-513A-40FF-8B09-8CB40FE95851}" presName="FourNodes_3_text" presStyleLbl="node1" presStyleIdx="3" presStyleCnt="4">
        <dgm:presLayoutVars>
          <dgm:bulletEnabled val="1"/>
        </dgm:presLayoutVars>
      </dgm:prSet>
      <dgm:spPr/>
    </dgm:pt>
    <dgm:pt modelId="{3BC491CC-D417-4D6A-85C9-702D435D2358}" type="pres">
      <dgm:prSet presAssocID="{DAD24856-513A-40FF-8B09-8CB40FE9585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05BB211-17BD-429A-9D09-3E294236B7A3}" type="presOf" srcId="{48B8FEC0-D25C-422A-93A7-1DE3E817B579}" destId="{A6DDF835-BFFB-4D59-A556-E6FF1D75C4EC}" srcOrd="0" destOrd="0" presId="urn:microsoft.com/office/officeart/2005/8/layout/vProcess5"/>
    <dgm:cxn modelId="{D1A26D19-3106-43CA-9F25-D444E879BADD}" type="presOf" srcId="{B8144CC6-EE9D-441B-95E3-B618952FDD57}" destId="{8AAFFFE0-AA06-423A-A210-51ACA3689202}" srcOrd="0" destOrd="0" presId="urn:microsoft.com/office/officeart/2005/8/layout/vProcess5"/>
    <dgm:cxn modelId="{D7327824-B1A4-4D24-B1A3-585603928D3E}" type="presOf" srcId="{DAD24856-513A-40FF-8B09-8CB40FE95851}" destId="{BA9C9BC3-D241-4CC7-B008-9D92A1E1708D}" srcOrd="0" destOrd="0" presId="urn:microsoft.com/office/officeart/2005/8/layout/vProcess5"/>
    <dgm:cxn modelId="{D7533D33-A4AF-4832-BFFC-669F76416D23}" srcId="{DAD24856-513A-40FF-8B09-8CB40FE95851}" destId="{48B8FEC0-D25C-422A-93A7-1DE3E817B579}" srcOrd="3" destOrd="0" parTransId="{84B37D66-4145-4EEB-A744-B0453C875DDB}" sibTransId="{B544792D-EC12-483A-ACFE-5CEC59E5E494}"/>
    <dgm:cxn modelId="{81465360-5638-4A06-BA28-D4FF757D60E8}" srcId="{DAD24856-513A-40FF-8B09-8CB40FE95851}" destId="{B7251251-9079-4CFB-A98A-CD6797F2E6A5}" srcOrd="0" destOrd="0" parTransId="{4C63780D-86BF-44B9-BFFB-EDA0A455B48D}" sibTransId="{67CDFE1F-4949-49E9-8AC5-0AEEEC36436A}"/>
    <dgm:cxn modelId="{75C5FD4E-C50B-4F55-9D30-9CDA6A8AFBFC}" type="presOf" srcId="{63C90171-024F-4C11-B860-3769C4A4DBDD}" destId="{4B150E41-BBCB-48BC-B6F3-A6FA28FCC6B0}" srcOrd="1" destOrd="0" presId="urn:microsoft.com/office/officeart/2005/8/layout/vProcess5"/>
    <dgm:cxn modelId="{6911B26F-2B89-4297-96A6-1671CC661959}" type="presOf" srcId="{63C90171-024F-4C11-B860-3769C4A4DBDD}" destId="{E48B1CDA-3AB8-405D-A48C-9E47A4BD4AFB}" srcOrd="0" destOrd="0" presId="urn:microsoft.com/office/officeart/2005/8/layout/vProcess5"/>
    <dgm:cxn modelId="{57B5DC76-663F-4CEC-8C4E-56EBC1C0E6B3}" type="presOf" srcId="{F69E8EE7-214D-4130-9AAF-13358093D459}" destId="{5D831C9D-F597-46DC-966F-29FE96C6EB99}" srcOrd="0" destOrd="0" presId="urn:microsoft.com/office/officeart/2005/8/layout/vProcess5"/>
    <dgm:cxn modelId="{3B155F7C-F5FA-43B4-AE25-0F42D38802E3}" srcId="{DAD24856-513A-40FF-8B09-8CB40FE95851}" destId="{63C90171-024F-4C11-B860-3769C4A4DBDD}" srcOrd="2" destOrd="0" parTransId="{3C8BACF6-B7A0-4387-8BB5-B1C3D7694914}" sibTransId="{B8144CC6-EE9D-441B-95E3-B618952FDD57}"/>
    <dgm:cxn modelId="{0FAD2D90-5CFA-4E1F-8B47-A3A209334E9F}" srcId="{DAD24856-513A-40FF-8B09-8CB40FE95851}" destId="{F69E8EE7-214D-4130-9AAF-13358093D459}" srcOrd="1" destOrd="0" parTransId="{8BF7B16B-6D67-4E67-A4A6-90EE65B9D782}" sibTransId="{6371A4AD-F76B-4B94-98CA-F7F11E9DCBEF}"/>
    <dgm:cxn modelId="{91C29197-AE85-4636-892E-AB4D201061A0}" type="presOf" srcId="{F69E8EE7-214D-4130-9AAF-13358093D459}" destId="{22D72E87-2A7B-4D7D-83DC-02842ABD638B}" srcOrd="1" destOrd="0" presId="urn:microsoft.com/office/officeart/2005/8/layout/vProcess5"/>
    <dgm:cxn modelId="{A9823DA9-F810-4C30-8E94-B5730FABCDAE}" type="presOf" srcId="{48B8FEC0-D25C-422A-93A7-1DE3E817B579}" destId="{3BC491CC-D417-4D6A-85C9-702D435D2358}" srcOrd="1" destOrd="0" presId="urn:microsoft.com/office/officeart/2005/8/layout/vProcess5"/>
    <dgm:cxn modelId="{069C75B0-A19E-445D-BC53-FE8741B01C50}" type="presOf" srcId="{B7251251-9079-4CFB-A98A-CD6797F2E6A5}" destId="{0DFBFAEF-CEE7-476F-9AEB-55AAD82C165D}" srcOrd="1" destOrd="0" presId="urn:microsoft.com/office/officeart/2005/8/layout/vProcess5"/>
    <dgm:cxn modelId="{9C9DD6E2-173E-4296-BB9D-B328774C9006}" type="presOf" srcId="{67CDFE1F-4949-49E9-8AC5-0AEEEC36436A}" destId="{51B77E29-EF8C-4A7B-8F7D-F0FF759F64FB}" srcOrd="0" destOrd="0" presId="urn:microsoft.com/office/officeart/2005/8/layout/vProcess5"/>
    <dgm:cxn modelId="{49A9DFE7-1626-437E-B384-32A2CFC99FA3}" type="presOf" srcId="{6371A4AD-F76B-4B94-98CA-F7F11E9DCBEF}" destId="{53171925-6AB4-4F00-9FB8-E461940DC7BD}" srcOrd="0" destOrd="0" presId="urn:microsoft.com/office/officeart/2005/8/layout/vProcess5"/>
    <dgm:cxn modelId="{1FD618F1-E81F-4E7E-830B-B7BD444893B2}" type="presOf" srcId="{B7251251-9079-4CFB-A98A-CD6797F2E6A5}" destId="{A2E2D779-FAEB-4081-BE86-3B29854EBB36}" srcOrd="0" destOrd="0" presId="urn:microsoft.com/office/officeart/2005/8/layout/vProcess5"/>
    <dgm:cxn modelId="{A7ED6C45-17EE-44AE-B5A8-2236FA967100}" type="presParOf" srcId="{BA9C9BC3-D241-4CC7-B008-9D92A1E1708D}" destId="{A869D715-D294-449B-994A-6658184F6A68}" srcOrd="0" destOrd="0" presId="urn:microsoft.com/office/officeart/2005/8/layout/vProcess5"/>
    <dgm:cxn modelId="{C00C5F52-A5D9-4B25-9DFB-878D9945B9EB}" type="presParOf" srcId="{BA9C9BC3-D241-4CC7-B008-9D92A1E1708D}" destId="{A2E2D779-FAEB-4081-BE86-3B29854EBB36}" srcOrd="1" destOrd="0" presId="urn:microsoft.com/office/officeart/2005/8/layout/vProcess5"/>
    <dgm:cxn modelId="{E58FB5A4-FE89-4243-AD1C-2500AA636CDF}" type="presParOf" srcId="{BA9C9BC3-D241-4CC7-B008-9D92A1E1708D}" destId="{5D831C9D-F597-46DC-966F-29FE96C6EB99}" srcOrd="2" destOrd="0" presId="urn:microsoft.com/office/officeart/2005/8/layout/vProcess5"/>
    <dgm:cxn modelId="{20AB7043-FCF5-4958-8B50-29E923942549}" type="presParOf" srcId="{BA9C9BC3-D241-4CC7-B008-9D92A1E1708D}" destId="{E48B1CDA-3AB8-405D-A48C-9E47A4BD4AFB}" srcOrd="3" destOrd="0" presId="urn:microsoft.com/office/officeart/2005/8/layout/vProcess5"/>
    <dgm:cxn modelId="{637CAD30-0FD6-486B-8239-4688DB6FF704}" type="presParOf" srcId="{BA9C9BC3-D241-4CC7-B008-9D92A1E1708D}" destId="{A6DDF835-BFFB-4D59-A556-E6FF1D75C4EC}" srcOrd="4" destOrd="0" presId="urn:microsoft.com/office/officeart/2005/8/layout/vProcess5"/>
    <dgm:cxn modelId="{DFABF7CE-4AB0-4C03-94A2-5A475885308E}" type="presParOf" srcId="{BA9C9BC3-D241-4CC7-B008-9D92A1E1708D}" destId="{51B77E29-EF8C-4A7B-8F7D-F0FF759F64FB}" srcOrd="5" destOrd="0" presId="urn:microsoft.com/office/officeart/2005/8/layout/vProcess5"/>
    <dgm:cxn modelId="{A2B7E827-2F33-4749-8C28-B3ECFB7BAEDE}" type="presParOf" srcId="{BA9C9BC3-D241-4CC7-B008-9D92A1E1708D}" destId="{53171925-6AB4-4F00-9FB8-E461940DC7BD}" srcOrd="6" destOrd="0" presId="urn:microsoft.com/office/officeart/2005/8/layout/vProcess5"/>
    <dgm:cxn modelId="{03606270-ADF3-4A85-97AD-0A0C573CF6D7}" type="presParOf" srcId="{BA9C9BC3-D241-4CC7-B008-9D92A1E1708D}" destId="{8AAFFFE0-AA06-423A-A210-51ACA3689202}" srcOrd="7" destOrd="0" presId="urn:microsoft.com/office/officeart/2005/8/layout/vProcess5"/>
    <dgm:cxn modelId="{CC897DC9-D4FC-4E70-B77D-E326CDA2F7B2}" type="presParOf" srcId="{BA9C9BC3-D241-4CC7-B008-9D92A1E1708D}" destId="{0DFBFAEF-CEE7-476F-9AEB-55AAD82C165D}" srcOrd="8" destOrd="0" presId="urn:microsoft.com/office/officeart/2005/8/layout/vProcess5"/>
    <dgm:cxn modelId="{281E1B49-9DDE-49F5-A2F3-242E29A91076}" type="presParOf" srcId="{BA9C9BC3-D241-4CC7-B008-9D92A1E1708D}" destId="{22D72E87-2A7B-4D7D-83DC-02842ABD638B}" srcOrd="9" destOrd="0" presId="urn:microsoft.com/office/officeart/2005/8/layout/vProcess5"/>
    <dgm:cxn modelId="{77621606-49B1-4368-819B-D4BCBEE3F84F}" type="presParOf" srcId="{BA9C9BC3-D241-4CC7-B008-9D92A1E1708D}" destId="{4B150E41-BBCB-48BC-B6F3-A6FA28FCC6B0}" srcOrd="10" destOrd="0" presId="urn:microsoft.com/office/officeart/2005/8/layout/vProcess5"/>
    <dgm:cxn modelId="{330BAE89-9B56-4066-8118-34B210EDED2D}" type="presParOf" srcId="{BA9C9BC3-D241-4CC7-B008-9D92A1E1708D}" destId="{3BC491CC-D417-4D6A-85C9-702D435D235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B0C598-227F-4C19-84F6-F087C7FDABCA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EBE8CA-E50B-4B8A-A380-098B2C635817}">
      <dgm:prSet/>
      <dgm:spPr/>
      <dgm:t>
        <a:bodyPr/>
        <a:lstStyle/>
        <a:p>
          <a:r>
            <a:rPr lang="en-US"/>
            <a:t>Călători recreaționali</a:t>
          </a:r>
        </a:p>
      </dgm:t>
    </dgm:pt>
    <dgm:pt modelId="{30B2911C-DDC9-4BAD-B69B-C31A00E7769C}" type="parTrans" cxnId="{91E74F45-5CBA-431A-B821-8E2C395959D5}">
      <dgm:prSet/>
      <dgm:spPr/>
      <dgm:t>
        <a:bodyPr/>
        <a:lstStyle/>
        <a:p>
          <a:endParaRPr lang="en-US"/>
        </a:p>
      </dgm:t>
    </dgm:pt>
    <dgm:pt modelId="{3DF9585F-2CAF-4F02-9F84-DCCF0AF16370}" type="sibTrans" cxnId="{91E74F45-5CBA-431A-B821-8E2C395959D5}">
      <dgm:prSet/>
      <dgm:spPr/>
      <dgm:t>
        <a:bodyPr/>
        <a:lstStyle/>
        <a:p>
          <a:endParaRPr lang="en-US"/>
        </a:p>
      </dgm:t>
    </dgm:pt>
    <dgm:pt modelId="{DC486916-8118-48F6-A737-9203FA626716}">
      <dgm:prSet/>
      <dgm:spPr/>
      <dgm:t>
        <a:bodyPr/>
        <a:lstStyle/>
        <a:p>
          <a:r>
            <a:rPr lang="en-US"/>
            <a:t>Călători de afaceri</a:t>
          </a:r>
        </a:p>
      </dgm:t>
    </dgm:pt>
    <dgm:pt modelId="{F3787B1A-95FD-4FB2-A956-611A7FC29E4C}" type="parTrans" cxnId="{7ED50516-F08D-4B60-BA8B-0D9F2A1E6B89}">
      <dgm:prSet/>
      <dgm:spPr/>
      <dgm:t>
        <a:bodyPr/>
        <a:lstStyle/>
        <a:p>
          <a:endParaRPr lang="en-US"/>
        </a:p>
      </dgm:t>
    </dgm:pt>
    <dgm:pt modelId="{07E05CB8-750A-4FB6-ABB1-D0825A37E016}" type="sibTrans" cxnId="{7ED50516-F08D-4B60-BA8B-0D9F2A1E6B89}">
      <dgm:prSet/>
      <dgm:spPr/>
      <dgm:t>
        <a:bodyPr/>
        <a:lstStyle/>
        <a:p>
          <a:endParaRPr lang="en-US"/>
        </a:p>
      </dgm:t>
    </dgm:pt>
    <dgm:pt modelId="{87826F7D-C415-48F4-9D39-95D5F5D76C63}">
      <dgm:prSet/>
      <dgm:spPr/>
      <dgm:t>
        <a:bodyPr/>
        <a:lstStyle/>
        <a:p>
          <a:r>
            <a:rPr lang="en-US"/>
            <a:t>Utilizatori vârstnici</a:t>
          </a:r>
        </a:p>
      </dgm:t>
    </dgm:pt>
    <dgm:pt modelId="{A96A6D81-6078-4F4D-87F7-616A38BCFC51}" type="parTrans" cxnId="{51FB2744-E3AC-4876-8B3D-E708345319BD}">
      <dgm:prSet/>
      <dgm:spPr/>
      <dgm:t>
        <a:bodyPr/>
        <a:lstStyle/>
        <a:p>
          <a:endParaRPr lang="en-US"/>
        </a:p>
      </dgm:t>
    </dgm:pt>
    <dgm:pt modelId="{AED2536D-2887-40FA-8C16-B6995A825A06}" type="sibTrans" cxnId="{51FB2744-E3AC-4876-8B3D-E708345319BD}">
      <dgm:prSet/>
      <dgm:spPr/>
      <dgm:t>
        <a:bodyPr/>
        <a:lstStyle/>
        <a:p>
          <a:endParaRPr lang="en-US"/>
        </a:p>
      </dgm:t>
    </dgm:pt>
    <dgm:pt modelId="{B05BA4B6-94C6-4A4A-B224-00288F094A04}">
      <dgm:prSet/>
      <dgm:spPr/>
      <dgm:t>
        <a:bodyPr/>
        <a:lstStyle/>
        <a:p>
          <a:r>
            <a:rPr lang="en-US"/>
            <a:t>Utilizatori cu deficiențe de vedere</a:t>
          </a:r>
        </a:p>
      </dgm:t>
    </dgm:pt>
    <dgm:pt modelId="{9DBDB1AB-9D52-4241-B0BD-E1C4881DB9D4}" type="parTrans" cxnId="{873088B2-E2B6-4872-B150-147E236BD683}">
      <dgm:prSet/>
      <dgm:spPr/>
      <dgm:t>
        <a:bodyPr/>
        <a:lstStyle/>
        <a:p>
          <a:endParaRPr lang="en-US"/>
        </a:p>
      </dgm:t>
    </dgm:pt>
    <dgm:pt modelId="{AEE40DB0-77B2-40A4-9B56-5E0279786A9D}" type="sibTrans" cxnId="{873088B2-E2B6-4872-B150-147E236BD683}">
      <dgm:prSet/>
      <dgm:spPr/>
      <dgm:t>
        <a:bodyPr/>
        <a:lstStyle/>
        <a:p>
          <a:endParaRPr lang="en-US"/>
        </a:p>
      </dgm:t>
    </dgm:pt>
    <dgm:pt modelId="{E077E536-F056-4447-BBA1-9C2D2EE4BB9C}" type="pres">
      <dgm:prSet presAssocID="{92B0C598-227F-4C19-84F6-F087C7FDABC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16F89FC-7131-4C7B-ACBC-DFD817B1A887}" type="pres">
      <dgm:prSet presAssocID="{F2EBE8CA-E50B-4B8A-A380-098B2C635817}" presName="hierRoot1" presStyleCnt="0"/>
      <dgm:spPr/>
    </dgm:pt>
    <dgm:pt modelId="{9E617DBF-C381-4ADB-92F5-CED043BCD08F}" type="pres">
      <dgm:prSet presAssocID="{F2EBE8CA-E50B-4B8A-A380-098B2C635817}" presName="composite" presStyleCnt="0"/>
      <dgm:spPr/>
    </dgm:pt>
    <dgm:pt modelId="{1853ADBA-37B1-4D41-8585-602009BDCA7B}" type="pres">
      <dgm:prSet presAssocID="{F2EBE8CA-E50B-4B8A-A380-098B2C635817}" presName="background" presStyleLbl="node0" presStyleIdx="0" presStyleCnt="4"/>
      <dgm:spPr/>
    </dgm:pt>
    <dgm:pt modelId="{AC1248D6-8098-4C73-A5D2-977EA88BDF75}" type="pres">
      <dgm:prSet presAssocID="{F2EBE8CA-E50B-4B8A-A380-098B2C635817}" presName="text" presStyleLbl="fgAcc0" presStyleIdx="0" presStyleCnt="4">
        <dgm:presLayoutVars>
          <dgm:chPref val="3"/>
        </dgm:presLayoutVars>
      </dgm:prSet>
      <dgm:spPr/>
    </dgm:pt>
    <dgm:pt modelId="{F308BCB5-C64D-45DA-9711-045DE46BF5A1}" type="pres">
      <dgm:prSet presAssocID="{F2EBE8CA-E50B-4B8A-A380-098B2C635817}" presName="hierChild2" presStyleCnt="0"/>
      <dgm:spPr/>
    </dgm:pt>
    <dgm:pt modelId="{C63E1F49-9676-449D-9C8B-71B97C978C5C}" type="pres">
      <dgm:prSet presAssocID="{DC486916-8118-48F6-A737-9203FA626716}" presName="hierRoot1" presStyleCnt="0"/>
      <dgm:spPr/>
    </dgm:pt>
    <dgm:pt modelId="{880E5109-64BB-4738-BFB5-7C5F2BC8F120}" type="pres">
      <dgm:prSet presAssocID="{DC486916-8118-48F6-A737-9203FA626716}" presName="composite" presStyleCnt="0"/>
      <dgm:spPr/>
    </dgm:pt>
    <dgm:pt modelId="{6A5CD208-3C37-459C-B37B-B5C266AA03C3}" type="pres">
      <dgm:prSet presAssocID="{DC486916-8118-48F6-A737-9203FA626716}" presName="background" presStyleLbl="node0" presStyleIdx="1" presStyleCnt="4"/>
      <dgm:spPr/>
    </dgm:pt>
    <dgm:pt modelId="{BA4A0D8F-5466-4201-8A61-3D13D3C8C120}" type="pres">
      <dgm:prSet presAssocID="{DC486916-8118-48F6-A737-9203FA626716}" presName="text" presStyleLbl="fgAcc0" presStyleIdx="1" presStyleCnt="4">
        <dgm:presLayoutVars>
          <dgm:chPref val="3"/>
        </dgm:presLayoutVars>
      </dgm:prSet>
      <dgm:spPr/>
    </dgm:pt>
    <dgm:pt modelId="{677C5598-2738-450E-8797-4B8C8EFEC46E}" type="pres">
      <dgm:prSet presAssocID="{DC486916-8118-48F6-A737-9203FA626716}" presName="hierChild2" presStyleCnt="0"/>
      <dgm:spPr/>
    </dgm:pt>
    <dgm:pt modelId="{FA1F285D-6582-4E2F-9077-23F64D9FC5C9}" type="pres">
      <dgm:prSet presAssocID="{87826F7D-C415-48F4-9D39-95D5F5D76C63}" presName="hierRoot1" presStyleCnt="0"/>
      <dgm:spPr/>
    </dgm:pt>
    <dgm:pt modelId="{05E6BC9D-6E49-4490-A443-1ECE719F41A1}" type="pres">
      <dgm:prSet presAssocID="{87826F7D-C415-48F4-9D39-95D5F5D76C63}" presName="composite" presStyleCnt="0"/>
      <dgm:spPr/>
    </dgm:pt>
    <dgm:pt modelId="{17B1EAAC-3BF5-4835-A149-67A3C1039907}" type="pres">
      <dgm:prSet presAssocID="{87826F7D-C415-48F4-9D39-95D5F5D76C63}" presName="background" presStyleLbl="node0" presStyleIdx="2" presStyleCnt="4"/>
      <dgm:spPr/>
    </dgm:pt>
    <dgm:pt modelId="{89DF2A59-A54D-4636-A0AC-BD3D366BFEE5}" type="pres">
      <dgm:prSet presAssocID="{87826F7D-C415-48F4-9D39-95D5F5D76C63}" presName="text" presStyleLbl="fgAcc0" presStyleIdx="2" presStyleCnt="4">
        <dgm:presLayoutVars>
          <dgm:chPref val="3"/>
        </dgm:presLayoutVars>
      </dgm:prSet>
      <dgm:spPr/>
    </dgm:pt>
    <dgm:pt modelId="{05490014-5A8A-42F5-BD4F-EA6FFC23957D}" type="pres">
      <dgm:prSet presAssocID="{87826F7D-C415-48F4-9D39-95D5F5D76C63}" presName="hierChild2" presStyleCnt="0"/>
      <dgm:spPr/>
    </dgm:pt>
    <dgm:pt modelId="{51106018-7A5E-4254-86F8-E1204E7C70D3}" type="pres">
      <dgm:prSet presAssocID="{B05BA4B6-94C6-4A4A-B224-00288F094A04}" presName="hierRoot1" presStyleCnt="0"/>
      <dgm:spPr/>
    </dgm:pt>
    <dgm:pt modelId="{7ACD5340-1DCA-4661-A59A-7E779E2A0974}" type="pres">
      <dgm:prSet presAssocID="{B05BA4B6-94C6-4A4A-B224-00288F094A04}" presName="composite" presStyleCnt="0"/>
      <dgm:spPr/>
    </dgm:pt>
    <dgm:pt modelId="{50177124-82B5-4FA0-9D88-2A598E1AE843}" type="pres">
      <dgm:prSet presAssocID="{B05BA4B6-94C6-4A4A-B224-00288F094A04}" presName="background" presStyleLbl="node0" presStyleIdx="3" presStyleCnt="4"/>
      <dgm:spPr/>
    </dgm:pt>
    <dgm:pt modelId="{DBB12C65-8C93-49D7-87B0-5C168BD33C43}" type="pres">
      <dgm:prSet presAssocID="{B05BA4B6-94C6-4A4A-B224-00288F094A04}" presName="text" presStyleLbl="fgAcc0" presStyleIdx="3" presStyleCnt="4">
        <dgm:presLayoutVars>
          <dgm:chPref val="3"/>
        </dgm:presLayoutVars>
      </dgm:prSet>
      <dgm:spPr/>
    </dgm:pt>
    <dgm:pt modelId="{B7305DB6-0988-4804-9323-E21DBBC53A76}" type="pres">
      <dgm:prSet presAssocID="{B05BA4B6-94C6-4A4A-B224-00288F094A04}" presName="hierChild2" presStyleCnt="0"/>
      <dgm:spPr/>
    </dgm:pt>
  </dgm:ptLst>
  <dgm:cxnLst>
    <dgm:cxn modelId="{7ED50516-F08D-4B60-BA8B-0D9F2A1E6B89}" srcId="{92B0C598-227F-4C19-84F6-F087C7FDABCA}" destId="{DC486916-8118-48F6-A737-9203FA626716}" srcOrd="1" destOrd="0" parTransId="{F3787B1A-95FD-4FB2-A956-611A7FC29E4C}" sibTransId="{07E05CB8-750A-4FB6-ABB1-D0825A37E016}"/>
    <dgm:cxn modelId="{F2275D3B-5666-4BF7-9C7B-4B8941C4DCA4}" type="presOf" srcId="{92B0C598-227F-4C19-84F6-F087C7FDABCA}" destId="{E077E536-F056-4447-BBA1-9C2D2EE4BB9C}" srcOrd="0" destOrd="0" presId="urn:microsoft.com/office/officeart/2005/8/layout/hierarchy1"/>
    <dgm:cxn modelId="{51FB2744-E3AC-4876-8B3D-E708345319BD}" srcId="{92B0C598-227F-4C19-84F6-F087C7FDABCA}" destId="{87826F7D-C415-48F4-9D39-95D5F5D76C63}" srcOrd="2" destOrd="0" parTransId="{A96A6D81-6078-4F4D-87F7-616A38BCFC51}" sibTransId="{AED2536D-2887-40FA-8C16-B6995A825A06}"/>
    <dgm:cxn modelId="{91E74F45-5CBA-431A-B821-8E2C395959D5}" srcId="{92B0C598-227F-4C19-84F6-F087C7FDABCA}" destId="{F2EBE8CA-E50B-4B8A-A380-098B2C635817}" srcOrd="0" destOrd="0" parTransId="{30B2911C-DDC9-4BAD-B69B-C31A00E7769C}" sibTransId="{3DF9585F-2CAF-4F02-9F84-DCCF0AF16370}"/>
    <dgm:cxn modelId="{1C0F7794-5D80-44E1-B049-BCDA85DE05E5}" type="presOf" srcId="{F2EBE8CA-E50B-4B8A-A380-098B2C635817}" destId="{AC1248D6-8098-4C73-A5D2-977EA88BDF75}" srcOrd="0" destOrd="0" presId="urn:microsoft.com/office/officeart/2005/8/layout/hierarchy1"/>
    <dgm:cxn modelId="{873088B2-E2B6-4872-B150-147E236BD683}" srcId="{92B0C598-227F-4C19-84F6-F087C7FDABCA}" destId="{B05BA4B6-94C6-4A4A-B224-00288F094A04}" srcOrd="3" destOrd="0" parTransId="{9DBDB1AB-9D52-4241-B0BD-E1C4881DB9D4}" sibTransId="{AEE40DB0-77B2-40A4-9B56-5E0279786A9D}"/>
    <dgm:cxn modelId="{FBB73CBA-B6A3-499F-B491-473B3E035619}" type="presOf" srcId="{DC486916-8118-48F6-A737-9203FA626716}" destId="{BA4A0D8F-5466-4201-8A61-3D13D3C8C120}" srcOrd="0" destOrd="0" presId="urn:microsoft.com/office/officeart/2005/8/layout/hierarchy1"/>
    <dgm:cxn modelId="{005A62CC-24FB-487C-AEDE-0A0DAB25F1F2}" type="presOf" srcId="{87826F7D-C415-48F4-9D39-95D5F5D76C63}" destId="{89DF2A59-A54D-4636-A0AC-BD3D366BFEE5}" srcOrd="0" destOrd="0" presId="urn:microsoft.com/office/officeart/2005/8/layout/hierarchy1"/>
    <dgm:cxn modelId="{856892EC-A58A-4662-AF28-7D8DE5D38514}" type="presOf" srcId="{B05BA4B6-94C6-4A4A-B224-00288F094A04}" destId="{DBB12C65-8C93-49D7-87B0-5C168BD33C43}" srcOrd="0" destOrd="0" presId="urn:microsoft.com/office/officeart/2005/8/layout/hierarchy1"/>
    <dgm:cxn modelId="{00D2A1DF-80D0-452B-A130-380E4ED8AB50}" type="presParOf" srcId="{E077E536-F056-4447-BBA1-9C2D2EE4BB9C}" destId="{216F89FC-7131-4C7B-ACBC-DFD817B1A887}" srcOrd="0" destOrd="0" presId="urn:microsoft.com/office/officeart/2005/8/layout/hierarchy1"/>
    <dgm:cxn modelId="{216AC0C0-ED64-4BF5-B870-D405E0F355F7}" type="presParOf" srcId="{216F89FC-7131-4C7B-ACBC-DFD817B1A887}" destId="{9E617DBF-C381-4ADB-92F5-CED043BCD08F}" srcOrd="0" destOrd="0" presId="urn:microsoft.com/office/officeart/2005/8/layout/hierarchy1"/>
    <dgm:cxn modelId="{77295174-BA69-4EA4-92CD-262DC7F206A7}" type="presParOf" srcId="{9E617DBF-C381-4ADB-92F5-CED043BCD08F}" destId="{1853ADBA-37B1-4D41-8585-602009BDCA7B}" srcOrd="0" destOrd="0" presId="urn:microsoft.com/office/officeart/2005/8/layout/hierarchy1"/>
    <dgm:cxn modelId="{27608D7D-D703-48DF-A535-9179418AE4E8}" type="presParOf" srcId="{9E617DBF-C381-4ADB-92F5-CED043BCD08F}" destId="{AC1248D6-8098-4C73-A5D2-977EA88BDF75}" srcOrd="1" destOrd="0" presId="urn:microsoft.com/office/officeart/2005/8/layout/hierarchy1"/>
    <dgm:cxn modelId="{993C1B88-4C8B-4C1E-AA26-7ECE64A82C42}" type="presParOf" srcId="{216F89FC-7131-4C7B-ACBC-DFD817B1A887}" destId="{F308BCB5-C64D-45DA-9711-045DE46BF5A1}" srcOrd="1" destOrd="0" presId="urn:microsoft.com/office/officeart/2005/8/layout/hierarchy1"/>
    <dgm:cxn modelId="{BA3E2CE4-33D0-4380-8230-E6BC88B83C78}" type="presParOf" srcId="{E077E536-F056-4447-BBA1-9C2D2EE4BB9C}" destId="{C63E1F49-9676-449D-9C8B-71B97C978C5C}" srcOrd="1" destOrd="0" presId="urn:microsoft.com/office/officeart/2005/8/layout/hierarchy1"/>
    <dgm:cxn modelId="{83F74234-7101-48FC-9DBA-414523225274}" type="presParOf" srcId="{C63E1F49-9676-449D-9C8B-71B97C978C5C}" destId="{880E5109-64BB-4738-BFB5-7C5F2BC8F120}" srcOrd="0" destOrd="0" presId="urn:microsoft.com/office/officeart/2005/8/layout/hierarchy1"/>
    <dgm:cxn modelId="{12A32E70-577E-4721-A1F0-4E41CA718BF1}" type="presParOf" srcId="{880E5109-64BB-4738-BFB5-7C5F2BC8F120}" destId="{6A5CD208-3C37-459C-B37B-B5C266AA03C3}" srcOrd="0" destOrd="0" presId="urn:microsoft.com/office/officeart/2005/8/layout/hierarchy1"/>
    <dgm:cxn modelId="{B88B17CB-2F65-4ED4-8155-8E3A3489A302}" type="presParOf" srcId="{880E5109-64BB-4738-BFB5-7C5F2BC8F120}" destId="{BA4A0D8F-5466-4201-8A61-3D13D3C8C120}" srcOrd="1" destOrd="0" presId="urn:microsoft.com/office/officeart/2005/8/layout/hierarchy1"/>
    <dgm:cxn modelId="{B5BDD890-EB3B-44AF-A313-E14DF63C42E1}" type="presParOf" srcId="{C63E1F49-9676-449D-9C8B-71B97C978C5C}" destId="{677C5598-2738-450E-8797-4B8C8EFEC46E}" srcOrd="1" destOrd="0" presId="urn:microsoft.com/office/officeart/2005/8/layout/hierarchy1"/>
    <dgm:cxn modelId="{5A315993-BFF7-4342-B790-99A0F69549E6}" type="presParOf" srcId="{E077E536-F056-4447-BBA1-9C2D2EE4BB9C}" destId="{FA1F285D-6582-4E2F-9077-23F64D9FC5C9}" srcOrd="2" destOrd="0" presId="urn:microsoft.com/office/officeart/2005/8/layout/hierarchy1"/>
    <dgm:cxn modelId="{0834D678-D56E-41CA-9B18-D2B2A55192F4}" type="presParOf" srcId="{FA1F285D-6582-4E2F-9077-23F64D9FC5C9}" destId="{05E6BC9D-6E49-4490-A443-1ECE719F41A1}" srcOrd="0" destOrd="0" presId="urn:microsoft.com/office/officeart/2005/8/layout/hierarchy1"/>
    <dgm:cxn modelId="{F9AC3786-0282-4553-9BB6-316720765AD1}" type="presParOf" srcId="{05E6BC9D-6E49-4490-A443-1ECE719F41A1}" destId="{17B1EAAC-3BF5-4835-A149-67A3C1039907}" srcOrd="0" destOrd="0" presId="urn:microsoft.com/office/officeart/2005/8/layout/hierarchy1"/>
    <dgm:cxn modelId="{5D8BA078-1118-413E-AAD0-DD97D6D250CE}" type="presParOf" srcId="{05E6BC9D-6E49-4490-A443-1ECE719F41A1}" destId="{89DF2A59-A54D-4636-A0AC-BD3D366BFEE5}" srcOrd="1" destOrd="0" presId="urn:microsoft.com/office/officeart/2005/8/layout/hierarchy1"/>
    <dgm:cxn modelId="{8CF3A984-A5EB-4554-A7B9-FBE8190ACEDF}" type="presParOf" srcId="{FA1F285D-6582-4E2F-9077-23F64D9FC5C9}" destId="{05490014-5A8A-42F5-BD4F-EA6FFC23957D}" srcOrd="1" destOrd="0" presId="urn:microsoft.com/office/officeart/2005/8/layout/hierarchy1"/>
    <dgm:cxn modelId="{32E0798D-4ABA-4775-9CAC-B68623DEE20E}" type="presParOf" srcId="{E077E536-F056-4447-BBA1-9C2D2EE4BB9C}" destId="{51106018-7A5E-4254-86F8-E1204E7C70D3}" srcOrd="3" destOrd="0" presId="urn:microsoft.com/office/officeart/2005/8/layout/hierarchy1"/>
    <dgm:cxn modelId="{95AD7377-6EA4-4043-B370-16BB38BD893B}" type="presParOf" srcId="{51106018-7A5E-4254-86F8-E1204E7C70D3}" destId="{7ACD5340-1DCA-4661-A59A-7E779E2A0974}" srcOrd="0" destOrd="0" presId="urn:microsoft.com/office/officeart/2005/8/layout/hierarchy1"/>
    <dgm:cxn modelId="{EB64CA39-C526-49CF-9D12-93025358D184}" type="presParOf" srcId="{7ACD5340-1DCA-4661-A59A-7E779E2A0974}" destId="{50177124-82B5-4FA0-9D88-2A598E1AE843}" srcOrd="0" destOrd="0" presId="urn:microsoft.com/office/officeart/2005/8/layout/hierarchy1"/>
    <dgm:cxn modelId="{192B2755-B27A-43FD-9A37-3999426CC4EE}" type="presParOf" srcId="{7ACD5340-1DCA-4661-A59A-7E779E2A0974}" destId="{DBB12C65-8C93-49D7-87B0-5C168BD33C43}" srcOrd="1" destOrd="0" presId="urn:microsoft.com/office/officeart/2005/8/layout/hierarchy1"/>
    <dgm:cxn modelId="{D2F91D33-306D-4F08-B825-9A2E61993D79}" type="presParOf" srcId="{51106018-7A5E-4254-86F8-E1204E7C70D3}" destId="{B7305DB6-0988-4804-9323-E21DBBC53A7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837C43-066B-4195-9C6A-2D9D010BB31A}" type="doc">
      <dgm:prSet loTypeId="urn:microsoft.com/office/officeart/2005/8/layout/list1" loCatId="list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D3CA913F-E64C-445A-8061-01D0593CDF55}">
      <dgm:prSet/>
      <dgm:spPr/>
      <dgm:t>
        <a:bodyPr/>
        <a:lstStyle/>
        <a:p>
          <a:r>
            <a:rPr lang="en-US"/>
            <a:t>Aeroport / taxi / hotel</a:t>
          </a:r>
        </a:p>
      </dgm:t>
    </dgm:pt>
    <dgm:pt modelId="{669CC99D-433A-4326-90E8-FEECB0DB2F94}" type="parTrans" cxnId="{D2AFD336-35B1-4718-A198-1FAFF1074D2F}">
      <dgm:prSet/>
      <dgm:spPr/>
      <dgm:t>
        <a:bodyPr/>
        <a:lstStyle/>
        <a:p>
          <a:endParaRPr lang="en-US"/>
        </a:p>
      </dgm:t>
    </dgm:pt>
    <dgm:pt modelId="{95AE91BA-D42E-4877-9F04-DE1D795631AD}" type="sibTrans" cxnId="{D2AFD336-35B1-4718-A198-1FAFF1074D2F}">
      <dgm:prSet/>
      <dgm:spPr/>
      <dgm:t>
        <a:bodyPr/>
        <a:lstStyle/>
        <a:p>
          <a:endParaRPr lang="en-US"/>
        </a:p>
      </dgm:t>
    </dgm:pt>
    <dgm:pt modelId="{0373950E-63AE-4D1F-9605-8292F10BD345}">
      <dgm:prSet/>
      <dgm:spPr/>
      <dgm:t>
        <a:bodyPr/>
        <a:lstStyle/>
        <a:p>
          <a:r>
            <a:rPr lang="en-US"/>
            <a:t>Utilizare pe mobil</a:t>
          </a:r>
        </a:p>
      </dgm:t>
    </dgm:pt>
    <dgm:pt modelId="{2DD10F55-0398-4D53-BCD1-9D893957A5A1}" type="parTrans" cxnId="{E7E81F32-6C9E-452C-A842-02B481C3DE56}">
      <dgm:prSet/>
      <dgm:spPr/>
      <dgm:t>
        <a:bodyPr/>
        <a:lstStyle/>
        <a:p>
          <a:endParaRPr lang="en-US"/>
        </a:p>
      </dgm:t>
    </dgm:pt>
    <dgm:pt modelId="{1B3D0D87-F034-470E-B788-3E78F15A54CF}" type="sibTrans" cxnId="{E7E81F32-6C9E-452C-A842-02B481C3DE56}">
      <dgm:prSet/>
      <dgm:spPr/>
      <dgm:t>
        <a:bodyPr/>
        <a:lstStyle/>
        <a:p>
          <a:endParaRPr lang="en-US"/>
        </a:p>
      </dgm:t>
    </dgm:pt>
    <dgm:pt modelId="{5EBB15FE-39F8-4E90-B7CD-6D8B81DAB83A}">
      <dgm:prSet/>
      <dgm:spPr/>
      <dgm:t>
        <a:bodyPr/>
        <a:lstStyle/>
        <a:p>
          <a:r>
            <a:rPr lang="en-US"/>
            <a:t>Conexiune instabilă</a:t>
          </a:r>
        </a:p>
      </dgm:t>
    </dgm:pt>
    <dgm:pt modelId="{013AA068-0C4F-48A4-8AB4-3559C53158C5}" type="parTrans" cxnId="{E9DB6A14-272A-4695-86CA-5CD17F563F31}">
      <dgm:prSet/>
      <dgm:spPr/>
      <dgm:t>
        <a:bodyPr/>
        <a:lstStyle/>
        <a:p>
          <a:endParaRPr lang="en-US"/>
        </a:p>
      </dgm:t>
    </dgm:pt>
    <dgm:pt modelId="{00967A88-9F30-4E38-8DEF-90AE7DBA5432}" type="sibTrans" cxnId="{E9DB6A14-272A-4695-86CA-5CD17F563F31}">
      <dgm:prSet/>
      <dgm:spPr/>
      <dgm:t>
        <a:bodyPr/>
        <a:lstStyle/>
        <a:p>
          <a:endParaRPr lang="en-US"/>
        </a:p>
      </dgm:t>
    </dgm:pt>
    <dgm:pt modelId="{6A7A30A9-63CE-4855-91CE-780C0A27D749}">
      <dgm:prSet/>
      <dgm:spPr/>
      <dgm:t>
        <a:bodyPr/>
        <a:lstStyle/>
        <a:p>
          <a:r>
            <a:rPr lang="en-US"/>
            <a:t>Presiune de timp</a:t>
          </a:r>
        </a:p>
      </dgm:t>
    </dgm:pt>
    <dgm:pt modelId="{E8399E93-E2E3-4DBC-B712-D71E2F921B90}" type="parTrans" cxnId="{3ADF30E8-5AA5-4469-92E9-645A7DB65C0A}">
      <dgm:prSet/>
      <dgm:spPr/>
      <dgm:t>
        <a:bodyPr/>
        <a:lstStyle/>
        <a:p>
          <a:endParaRPr lang="en-US"/>
        </a:p>
      </dgm:t>
    </dgm:pt>
    <dgm:pt modelId="{C2C8ED6D-8919-4936-9BC3-ACB52A6ADFA4}" type="sibTrans" cxnId="{3ADF30E8-5AA5-4469-92E9-645A7DB65C0A}">
      <dgm:prSet/>
      <dgm:spPr/>
      <dgm:t>
        <a:bodyPr/>
        <a:lstStyle/>
        <a:p>
          <a:endParaRPr lang="en-US"/>
        </a:p>
      </dgm:t>
    </dgm:pt>
    <dgm:pt modelId="{F2D03262-290A-4075-B19E-2B33356E0FA2}" type="pres">
      <dgm:prSet presAssocID="{6E837C43-066B-4195-9C6A-2D9D010BB31A}" presName="linear" presStyleCnt="0">
        <dgm:presLayoutVars>
          <dgm:dir/>
          <dgm:animLvl val="lvl"/>
          <dgm:resizeHandles val="exact"/>
        </dgm:presLayoutVars>
      </dgm:prSet>
      <dgm:spPr/>
    </dgm:pt>
    <dgm:pt modelId="{C68FDD9C-9095-422C-A131-92FFAC9BDC04}" type="pres">
      <dgm:prSet presAssocID="{D3CA913F-E64C-445A-8061-01D0593CDF55}" presName="parentLin" presStyleCnt="0"/>
      <dgm:spPr/>
    </dgm:pt>
    <dgm:pt modelId="{5F1F828E-699F-45CF-BA98-1E616BB6F3E7}" type="pres">
      <dgm:prSet presAssocID="{D3CA913F-E64C-445A-8061-01D0593CDF55}" presName="parentLeftMargin" presStyleLbl="node1" presStyleIdx="0" presStyleCnt="4"/>
      <dgm:spPr/>
    </dgm:pt>
    <dgm:pt modelId="{BB262E46-8798-439F-A331-DFA2D651D574}" type="pres">
      <dgm:prSet presAssocID="{D3CA913F-E64C-445A-8061-01D0593CDF5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00BD26-1F33-4B32-9B1D-89E3EEF6CCC7}" type="pres">
      <dgm:prSet presAssocID="{D3CA913F-E64C-445A-8061-01D0593CDF55}" presName="negativeSpace" presStyleCnt="0"/>
      <dgm:spPr/>
    </dgm:pt>
    <dgm:pt modelId="{F5FB70FB-24B3-44E6-A371-920114B60560}" type="pres">
      <dgm:prSet presAssocID="{D3CA913F-E64C-445A-8061-01D0593CDF55}" presName="childText" presStyleLbl="conFgAcc1" presStyleIdx="0" presStyleCnt="4">
        <dgm:presLayoutVars>
          <dgm:bulletEnabled val="1"/>
        </dgm:presLayoutVars>
      </dgm:prSet>
      <dgm:spPr/>
    </dgm:pt>
    <dgm:pt modelId="{87F01BEC-2DA2-4AFB-8A11-7A376BF43AAD}" type="pres">
      <dgm:prSet presAssocID="{95AE91BA-D42E-4877-9F04-DE1D795631AD}" presName="spaceBetweenRectangles" presStyleCnt="0"/>
      <dgm:spPr/>
    </dgm:pt>
    <dgm:pt modelId="{B4CFB079-A08A-4EAC-8832-312FF7FE753F}" type="pres">
      <dgm:prSet presAssocID="{0373950E-63AE-4D1F-9605-8292F10BD345}" presName="parentLin" presStyleCnt="0"/>
      <dgm:spPr/>
    </dgm:pt>
    <dgm:pt modelId="{A86D7CD5-0550-413D-B8E9-67E1CC172475}" type="pres">
      <dgm:prSet presAssocID="{0373950E-63AE-4D1F-9605-8292F10BD345}" presName="parentLeftMargin" presStyleLbl="node1" presStyleIdx="0" presStyleCnt="4"/>
      <dgm:spPr/>
    </dgm:pt>
    <dgm:pt modelId="{D4877CEC-F225-4B25-8EC7-E31DFDA17401}" type="pres">
      <dgm:prSet presAssocID="{0373950E-63AE-4D1F-9605-8292F10BD3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D1FBD9F-07CB-4099-9034-AF863A6312D8}" type="pres">
      <dgm:prSet presAssocID="{0373950E-63AE-4D1F-9605-8292F10BD345}" presName="negativeSpace" presStyleCnt="0"/>
      <dgm:spPr/>
    </dgm:pt>
    <dgm:pt modelId="{CD388848-5976-4901-929A-C05A5A9CEF94}" type="pres">
      <dgm:prSet presAssocID="{0373950E-63AE-4D1F-9605-8292F10BD345}" presName="childText" presStyleLbl="conFgAcc1" presStyleIdx="1" presStyleCnt="4">
        <dgm:presLayoutVars>
          <dgm:bulletEnabled val="1"/>
        </dgm:presLayoutVars>
      </dgm:prSet>
      <dgm:spPr/>
    </dgm:pt>
    <dgm:pt modelId="{FE92907A-2A58-4FF8-8950-E5F80172279A}" type="pres">
      <dgm:prSet presAssocID="{1B3D0D87-F034-470E-B788-3E78F15A54CF}" presName="spaceBetweenRectangles" presStyleCnt="0"/>
      <dgm:spPr/>
    </dgm:pt>
    <dgm:pt modelId="{C61EF65B-94FB-4E38-867F-3FC225C767FF}" type="pres">
      <dgm:prSet presAssocID="{5EBB15FE-39F8-4E90-B7CD-6D8B81DAB83A}" presName="parentLin" presStyleCnt="0"/>
      <dgm:spPr/>
    </dgm:pt>
    <dgm:pt modelId="{C066C05C-6D71-413C-AE1D-28FD6E115293}" type="pres">
      <dgm:prSet presAssocID="{5EBB15FE-39F8-4E90-B7CD-6D8B81DAB83A}" presName="parentLeftMargin" presStyleLbl="node1" presStyleIdx="1" presStyleCnt="4"/>
      <dgm:spPr/>
    </dgm:pt>
    <dgm:pt modelId="{494BD931-DFF0-48CC-A26D-1282B9BEFE8B}" type="pres">
      <dgm:prSet presAssocID="{5EBB15FE-39F8-4E90-B7CD-6D8B81DAB83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11A742-338B-475D-89FC-08EB096AF86D}" type="pres">
      <dgm:prSet presAssocID="{5EBB15FE-39F8-4E90-B7CD-6D8B81DAB83A}" presName="negativeSpace" presStyleCnt="0"/>
      <dgm:spPr/>
    </dgm:pt>
    <dgm:pt modelId="{05A33ECF-8DA6-4C49-8B65-DB69C6739ECB}" type="pres">
      <dgm:prSet presAssocID="{5EBB15FE-39F8-4E90-B7CD-6D8B81DAB83A}" presName="childText" presStyleLbl="conFgAcc1" presStyleIdx="2" presStyleCnt="4">
        <dgm:presLayoutVars>
          <dgm:bulletEnabled val="1"/>
        </dgm:presLayoutVars>
      </dgm:prSet>
      <dgm:spPr/>
    </dgm:pt>
    <dgm:pt modelId="{D0FC5D7D-DA29-45EC-9C00-E51F298E7370}" type="pres">
      <dgm:prSet presAssocID="{00967A88-9F30-4E38-8DEF-90AE7DBA5432}" presName="spaceBetweenRectangles" presStyleCnt="0"/>
      <dgm:spPr/>
    </dgm:pt>
    <dgm:pt modelId="{C2281A62-3944-4504-8CFA-75E8157E42EB}" type="pres">
      <dgm:prSet presAssocID="{6A7A30A9-63CE-4855-91CE-780C0A27D749}" presName="parentLin" presStyleCnt="0"/>
      <dgm:spPr/>
    </dgm:pt>
    <dgm:pt modelId="{A9CEF072-EC6F-4B6E-90A7-DB27CB262C4A}" type="pres">
      <dgm:prSet presAssocID="{6A7A30A9-63CE-4855-91CE-780C0A27D749}" presName="parentLeftMargin" presStyleLbl="node1" presStyleIdx="2" presStyleCnt="4"/>
      <dgm:spPr/>
    </dgm:pt>
    <dgm:pt modelId="{1E54CD7E-5B8A-4009-B351-575595124DFC}" type="pres">
      <dgm:prSet presAssocID="{6A7A30A9-63CE-4855-91CE-780C0A27D74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073C0A1-DE32-4DA0-B915-C3556A469984}" type="pres">
      <dgm:prSet presAssocID="{6A7A30A9-63CE-4855-91CE-780C0A27D749}" presName="negativeSpace" presStyleCnt="0"/>
      <dgm:spPr/>
    </dgm:pt>
    <dgm:pt modelId="{58497E9B-CC64-4806-95BF-51F88E69CFAB}" type="pres">
      <dgm:prSet presAssocID="{6A7A30A9-63CE-4855-91CE-780C0A27D74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C93C907-2525-4001-A2C6-D5FDB9ACF073}" type="presOf" srcId="{6A7A30A9-63CE-4855-91CE-780C0A27D749}" destId="{A9CEF072-EC6F-4B6E-90A7-DB27CB262C4A}" srcOrd="0" destOrd="0" presId="urn:microsoft.com/office/officeart/2005/8/layout/list1"/>
    <dgm:cxn modelId="{90C11F0D-449B-4336-AE2B-D32D464EB420}" type="presOf" srcId="{6E837C43-066B-4195-9C6A-2D9D010BB31A}" destId="{F2D03262-290A-4075-B19E-2B33356E0FA2}" srcOrd="0" destOrd="0" presId="urn:microsoft.com/office/officeart/2005/8/layout/list1"/>
    <dgm:cxn modelId="{4C3D6A0D-3D40-48CE-B781-980E418A801E}" type="presOf" srcId="{D3CA913F-E64C-445A-8061-01D0593CDF55}" destId="{5F1F828E-699F-45CF-BA98-1E616BB6F3E7}" srcOrd="0" destOrd="0" presId="urn:microsoft.com/office/officeart/2005/8/layout/list1"/>
    <dgm:cxn modelId="{E9DB6A14-272A-4695-86CA-5CD17F563F31}" srcId="{6E837C43-066B-4195-9C6A-2D9D010BB31A}" destId="{5EBB15FE-39F8-4E90-B7CD-6D8B81DAB83A}" srcOrd="2" destOrd="0" parTransId="{013AA068-0C4F-48A4-8AB4-3559C53158C5}" sibTransId="{00967A88-9F30-4E38-8DEF-90AE7DBA5432}"/>
    <dgm:cxn modelId="{7D009B31-738D-4CB5-B351-5B337B0531B8}" type="presOf" srcId="{D3CA913F-E64C-445A-8061-01D0593CDF55}" destId="{BB262E46-8798-439F-A331-DFA2D651D574}" srcOrd="1" destOrd="0" presId="urn:microsoft.com/office/officeart/2005/8/layout/list1"/>
    <dgm:cxn modelId="{E7E81F32-6C9E-452C-A842-02B481C3DE56}" srcId="{6E837C43-066B-4195-9C6A-2D9D010BB31A}" destId="{0373950E-63AE-4D1F-9605-8292F10BD345}" srcOrd="1" destOrd="0" parTransId="{2DD10F55-0398-4D53-BCD1-9D893957A5A1}" sibTransId="{1B3D0D87-F034-470E-B788-3E78F15A54CF}"/>
    <dgm:cxn modelId="{D2AFD336-35B1-4718-A198-1FAFF1074D2F}" srcId="{6E837C43-066B-4195-9C6A-2D9D010BB31A}" destId="{D3CA913F-E64C-445A-8061-01D0593CDF55}" srcOrd="0" destOrd="0" parTransId="{669CC99D-433A-4326-90E8-FEECB0DB2F94}" sibTransId="{95AE91BA-D42E-4877-9F04-DE1D795631AD}"/>
    <dgm:cxn modelId="{880C1375-1292-4AE7-B85B-7FDB05643AE2}" type="presOf" srcId="{0373950E-63AE-4D1F-9605-8292F10BD345}" destId="{D4877CEC-F225-4B25-8EC7-E31DFDA17401}" srcOrd="1" destOrd="0" presId="urn:microsoft.com/office/officeart/2005/8/layout/list1"/>
    <dgm:cxn modelId="{FBA6609C-174E-4B41-B590-ABC4C7372B96}" type="presOf" srcId="{6A7A30A9-63CE-4855-91CE-780C0A27D749}" destId="{1E54CD7E-5B8A-4009-B351-575595124DFC}" srcOrd="1" destOrd="0" presId="urn:microsoft.com/office/officeart/2005/8/layout/list1"/>
    <dgm:cxn modelId="{2C3E98BF-C017-4A6F-A292-F6B29B8C8A88}" type="presOf" srcId="{5EBB15FE-39F8-4E90-B7CD-6D8B81DAB83A}" destId="{494BD931-DFF0-48CC-A26D-1282B9BEFE8B}" srcOrd="1" destOrd="0" presId="urn:microsoft.com/office/officeart/2005/8/layout/list1"/>
    <dgm:cxn modelId="{3ADF30E8-5AA5-4469-92E9-645A7DB65C0A}" srcId="{6E837C43-066B-4195-9C6A-2D9D010BB31A}" destId="{6A7A30A9-63CE-4855-91CE-780C0A27D749}" srcOrd="3" destOrd="0" parTransId="{E8399E93-E2E3-4DBC-B712-D71E2F921B90}" sibTransId="{C2C8ED6D-8919-4936-9BC3-ACB52A6ADFA4}"/>
    <dgm:cxn modelId="{6FB198ED-C451-4BEF-B812-56E2E1D8D603}" type="presOf" srcId="{0373950E-63AE-4D1F-9605-8292F10BD345}" destId="{A86D7CD5-0550-413D-B8E9-67E1CC172475}" srcOrd="0" destOrd="0" presId="urn:microsoft.com/office/officeart/2005/8/layout/list1"/>
    <dgm:cxn modelId="{90B022F6-A6D1-4978-A0C5-E9D1FC93E3E1}" type="presOf" srcId="{5EBB15FE-39F8-4E90-B7CD-6D8B81DAB83A}" destId="{C066C05C-6D71-413C-AE1D-28FD6E115293}" srcOrd="0" destOrd="0" presId="urn:microsoft.com/office/officeart/2005/8/layout/list1"/>
    <dgm:cxn modelId="{6917E936-59E2-4535-BA60-1B3DAD1F35AA}" type="presParOf" srcId="{F2D03262-290A-4075-B19E-2B33356E0FA2}" destId="{C68FDD9C-9095-422C-A131-92FFAC9BDC04}" srcOrd="0" destOrd="0" presId="urn:microsoft.com/office/officeart/2005/8/layout/list1"/>
    <dgm:cxn modelId="{1A1A68E3-2C6B-4155-B731-14222927693B}" type="presParOf" srcId="{C68FDD9C-9095-422C-A131-92FFAC9BDC04}" destId="{5F1F828E-699F-45CF-BA98-1E616BB6F3E7}" srcOrd="0" destOrd="0" presId="urn:microsoft.com/office/officeart/2005/8/layout/list1"/>
    <dgm:cxn modelId="{788B1C8F-9283-42B7-8663-E92B04A97CAF}" type="presParOf" srcId="{C68FDD9C-9095-422C-A131-92FFAC9BDC04}" destId="{BB262E46-8798-439F-A331-DFA2D651D574}" srcOrd="1" destOrd="0" presId="urn:microsoft.com/office/officeart/2005/8/layout/list1"/>
    <dgm:cxn modelId="{2790648B-CFF0-48CD-92B3-2361CDD383C0}" type="presParOf" srcId="{F2D03262-290A-4075-B19E-2B33356E0FA2}" destId="{B600BD26-1F33-4B32-9B1D-89E3EEF6CCC7}" srcOrd="1" destOrd="0" presId="urn:microsoft.com/office/officeart/2005/8/layout/list1"/>
    <dgm:cxn modelId="{8042C8C4-1BC7-4537-A853-F113F888CFAE}" type="presParOf" srcId="{F2D03262-290A-4075-B19E-2B33356E0FA2}" destId="{F5FB70FB-24B3-44E6-A371-920114B60560}" srcOrd="2" destOrd="0" presId="urn:microsoft.com/office/officeart/2005/8/layout/list1"/>
    <dgm:cxn modelId="{FFBA5E5D-38AB-416D-AE56-CDD7EF779994}" type="presParOf" srcId="{F2D03262-290A-4075-B19E-2B33356E0FA2}" destId="{87F01BEC-2DA2-4AFB-8A11-7A376BF43AAD}" srcOrd="3" destOrd="0" presId="urn:microsoft.com/office/officeart/2005/8/layout/list1"/>
    <dgm:cxn modelId="{B39C671E-8250-4990-AE12-734097F91B0A}" type="presParOf" srcId="{F2D03262-290A-4075-B19E-2B33356E0FA2}" destId="{B4CFB079-A08A-4EAC-8832-312FF7FE753F}" srcOrd="4" destOrd="0" presId="urn:microsoft.com/office/officeart/2005/8/layout/list1"/>
    <dgm:cxn modelId="{F658EE5E-BDE5-4380-BDD7-2CBF6673D28B}" type="presParOf" srcId="{B4CFB079-A08A-4EAC-8832-312FF7FE753F}" destId="{A86D7CD5-0550-413D-B8E9-67E1CC172475}" srcOrd="0" destOrd="0" presId="urn:microsoft.com/office/officeart/2005/8/layout/list1"/>
    <dgm:cxn modelId="{DDC610BB-E71A-4200-9994-69348EBD381A}" type="presParOf" srcId="{B4CFB079-A08A-4EAC-8832-312FF7FE753F}" destId="{D4877CEC-F225-4B25-8EC7-E31DFDA17401}" srcOrd="1" destOrd="0" presId="urn:microsoft.com/office/officeart/2005/8/layout/list1"/>
    <dgm:cxn modelId="{14105545-1406-4E91-9E98-02B292C3AE1B}" type="presParOf" srcId="{F2D03262-290A-4075-B19E-2B33356E0FA2}" destId="{5D1FBD9F-07CB-4099-9034-AF863A6312D8}" srcOrd="5" destOrd="0" presId="urn:microsoft.com/office/officeart/2005/8/layout/list1"/>
    <dgm:cxn modelId="{5C549EC2-DF78-43F3-8D6A-7A1B871876E9}" type="presParOf" srcId="{F2D03262-290A-4075-B19E-2B33356E0FA2}" destId="{CD388848-5976-4901-929A-C05A5A9CEF94}" srcOrd="6" destOrd="0" presId="urn:microsoft.com/office/officeart/2005/8/layout/list1"/>
    <dgm:cxn modelId="{D77BF3E4-776E-40B2-B01C-C28C4680D9FF}" type="presParOf" srcId="{F2D03262-290A-4075-B19E-2B33356E0FA2}" destId="{FE92907A-2A58-4FF8-8950-E5F80172279A}" srcOrd="7" destOrd="0" presId="urn:microsoft.com/office/officeart/2005/8/layout/list1"/>
    <dgm:cxn modelId="{E7E87177-6B67-4077-954E-23C85C9E68F9}" type="presParOf" srcId="{F2D03262-290A-4075-B19E-2B33356E0FA2}" destId="{C61EF65B-94FB-4E38-867F-3FC225C767FF}" srcOrd="8" destOrd="0" presId="urn:microsoft.com/office/officeart/2005/8/layout/list1"/>
    <dgm:cxn modelId="{5D0F29E9-F864-4FBD-B8DC-DC413176D740}" type="presParOf" srcId="{C61EF65B-94FB-4E38-867F-3FC225C767FF}" destId="{C066C05C-6D71-413C-AE1D-28FD6E115293}" srcOrd="0" destOrd="0" presId="urn:microsoft.com/office/officeart/2005/8/layout/list1"/>
    <dgm:cxn modelId="{528D6520-CCD1-4DC1-96BE-D8AD4D2DAA70}" type="presParOf" srcId="{C61EF65B-94FB-4E38-867F-3FC225C767FF}" destId="{494BD931-DFF0-48CC-A26D-1282B9BEFE8B}" srcOrd="1" destOrd="0" presId="urn:microsoft.com/office/officeart/2005/8/layout/list1"/>
    <dgm:cxn modelId="{7806C193-9856-4627-BAD6-BEB22793CC43}" type="presParOf" srcId="{F2D03262-290A-4075-B19E-2B33356E0FA2}" destId="{9111A742-338B-475D-89FC-08EB096AF86D}" srcOrd="9" destOrd="0" presId="urn:microsoft.com/office/officeart/2005/8/layout/list1"/>
    <dgm:cxn modelId="{B89223AA-856C-4063-9AFE-A2B44CA03862}" type="presParOf" srcId="{F2D03262-290A-4075-B19E-2B33356E0FA2}" destId="{05A33ECF-8DA6-4C49-8B65-DB69C6739ECB}" srcOrd="10" destOrd="0" presId="urn:microsoft.com/office/officeart/2005/8/layout/list1"/>
    <dgm:cxn modelId="{24ED395A-66D7-43FE-9D4C-94EAA90E8D44}" type="presParOf" srcId="{F2D03262-290A-4075-B19E-2B33356E0FA2}" destId="{D0FC5D7D-DA29-45EC-9C00-E51F298E7370}" srcOrd="11" destOrd="0" presId="urn:microsoft.com/office/officeart/2005/8/layout/list1"/>
    <dgm:cxn modelId="{5F207A99-BF53-4CEC-A129-544CDC5E6B34}" type="presParOf" srcId="{F2D03262-290A-4075-B19E-2B33356E0FA2}" destId="{C2281A62-3944-4504-8CFA-75E8157E42EB}" srcOrd="12" destOrd="0" presId="urn:microsoft.com/office/officeart/2005/8/layout/list1"/>
    <dgm:cxn modelId="{4A3B50E9-09A4-43B5-85EC-7A14E04FD7C0}" type="presParOf" srcId="{C2281A62-3944-4504-8CFA-75E8157E42EB}" destId="{A9CEF072-EC6F-4B6E-90A7-DB27CB262C4A}" srcOrd="0" destOrd="0" presId="urn:microsoft.com/office/officeart/2005/8/layout/list1"/>
    <dgm:cxn modelId="{2A55494B-6277-4D68-A694-C99D8704A382}" type="presParOf" srcId="{C2281A62-3944-4504-8CFA-75E8157E42EB}" destId="{1E54CD7E-5B8A-4009-B351-575595124DFC}" srcOrd="1" destOrd="0" presId="urn:microsoft.com/office/officeart/2005/8/layout/list1"/>
    <dgm:cxn modelId="{C284CF5D-A533-4500-B30B-F6329B143BA7}" type="presParOf" srcId="{F2D03262-290A-4075-B19E-2B33356E0FA2}" destId="{8073C0A1-DE32-4DA0-B915-C3556A469984}" srcOrd="13" destOrd="0" presId="urn:microsoft.com/office/officeart/2005/8/layout/list1"/>
    <dgm:cxn modelId="{0030E479-CB6E-4ED4-9024-ECDF2A72D963}" type="presParOf" srcId="{F2D03262-290A-4075-B19E-2B33356E0FA2}" destId="{58497E9B-CC64-4806-95BF-51F88E69CFA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2AF019-A000-4C99-B039-80DDAF25809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F7F1D1-4829-432C-BD7D-B331A8068DB9}">
      <dgm:prSet/>
      <dgm:spPr/>
      <dgm:t>
        <a:bodyPr/>
        <a:lstStyle/>
        <a:p>
          <a:r>
            <a:rPr lang="ro-RO"/>
            <a:t>Planificare într-un singur loc</a:t>
          </a:r>
          <a:endParaRPr lang="en-US"/>
        </a:p>
      </dgm:t>
    </dgm:pt>
    <dgm:pt modelId="{3F650ED2-45E4-44D5-B493-8D7FF9CF827F}" type="parTrans" cxnId="{13AED249-4C6C-4C32-A3F4-0672E0CC07E6}">
      <dgm:prSet/>
      <dgm:spPr/>
      <dgm:t>
        <a:bodyPr/>
        <a:lstStyle/>
        <a:p>
          <a:endParaRPr lang="en-US"/>
        </a:p>
      </dgm:t>
    </dgm:pt>
    <dgm:pt modelId="{9385EFAC-776A-4B67-9B98-237A00A159BB}" type="sibTrans" cxnId="{13AED249-4C6C-4C32-A3F4-0672E0CC07E6}">
      <dgm:prSet/>
      <dgm:spPr/>
      <dgm:t>
        <a:bodyPr/>
        <a:lstStyle/>
        <a:p>
          <a:endParaRPr lang="en-US"/>
        </a:p>
      </dgm:t>
    </dgm:pt>
    <dgm:pt modelId="{1360CA98-C391-4A00-9866-62BA83B56EC2}">
      <dgm:prSet/>
      <dgm:spPr/>
      <dgm:t>
        <a:bodyPr/>
        <a:lstStyle/>
        <a:p>
          <a:r>
            <a:rPr lang="ro-RO"/>
            <a:t>Reducerea stresului</a:t>
          </a:r>
          <a:endParaRPr lang="en-US"/>
        </a:p>
      </dgm:t>
    </dgm:pt>
    <dgm:pt modelId="{54818B23-36DA-4484-90FC-910B2DA78EE4}" type="parTrans" cxnId="{72741E05-78A7-4395-937B-E9383A8B3639}">
      <dgm:prSet/>
      <dgm:spPr/>
      <dgm:t>
        <a:bodyPr/>
        <a:lstStyle/>
        <a:p>
          <a:endParaRPr lang="en-US"/>
        </a:p>
      </dgm:t>
    </dgm:pt>
    <dgm:pt modelId="{AC34BD5E-FC38-4918-B556-77162EFAFFE4}" type="sibTrans" cxnId="{72741E05-78A7-4395-937B-E9383A8B3639}">
      <dgm:prSet/>
      <dgm:spPr/>
      <dgm:t>
        <a:bodyPr/>
        <a:lstStyle/>
        <a:p>
          <a:endParaRPr lang="en-US"/>
        </a:p>
      </dgm:t>
    </dgm:pt>
    <dgm:pt modelId="{EEC580E5-FDEA-4A91-BAA0-863B0039B77B}">
      <dgm:prSet/>
      <dgm:spPr/>
      <dgm:t>
        <a:bodyPr/>
        <a:lstStyle/>
        <a:p>
          <a:r>
            <a:rPr lang="ro-RO"/>
            <a:t>Acces rapid la informații</a:t>
          </a:r>
          <a:endParaRPr lang="en-US"/>
        </a:p>
      </dgm:t>
    </dgm:pt>
    <dgm:pt modelId="{14363728-49B0-4F85-A1C8-146D12EF1588}" type="parTrans" cxnId="{A0A42F53-D627-459D-893A-18AAAA6DB7C4}">
      <dgm:prSet/>
      <dgm:spPr/>
      <dgm:t>
        <a:bodyPr/>
        <a:lstStyle/>
        <a:p>
          <a:endParaRPr lang="en-US"/>
        </a:p>
      </dgm:t>
    </dgm:pt>
    <dgm:pt modelId="{3F9E9157-66D9-4C4B-A167-A904BBB73477}" type="sibTrans" cxnId="{A0A42F53-D627-459D-893A-18AAAA6DB7C4}">
      <dgm:prSet/>
      <dgm:spPr/>
      <dgm:t>
        <a:bodyPr/>
        <a:lstStyle/>
        <a:p>
          <a:endParaRPr lang="en-US"/>
        </a:p>
      </dgm:t>
    </dgm:pt>
    <dgm:pt modelId="{FF3B4201-5EFD-4DEC-93A6-E1CC10DD21C8}">
      <dgm:prSet/>
      <dgm:spPr/>
      <dgm:t>
        <a:bodyPr/>
        <a:lstStyle/>
        <a:p>
          <a:r>
            <a:rPr lang="ro-RO"/>
            <a:t>Adaptare la context</a:t>
          </a:r>
          <a:endParaRPr lang="en-US"/>
        </a:p>
      </dgm:t>
    </dgm:pt>
    <dgm:pt modelId="{460B505E-AA05-4B81-8CB6-B2297D926B5A}" type="parTrans" cxnId="{281978EA-5B02-4EEE-B414-184A4C081306}">
      <dgm:prSet/>
      <dgm:spPr/>
      <dgm:t>
        <a:bodyPr/>
        <a:lstStyle/>
        <a:p>
          <a:endParaRPr lang="en-US"/>
        </a:p>
      </dgm:t>
    </dgm:pt>
    <dgm:pt modelId="{80A8560C-C550-47A8-9526-11F8BE499D66}" type="sibTrans" cxnId="{281978EA-5B02-4EEE-B414-184A4C081306}">
      <dgm:prSet/>
      <dgm:spPr/>
      <dgm:t>
        <a:bodyPr/>
        <a:lstStyle/>
        <a:p>
          <a:endParaRPr lang="en-US"/>
        </a:p>
      </dgm:t>
    </dgm:pt>
    <dgm:pt modelId="{3246E04C-AA0C-4770-8395-AAC015265AA8}" type="pres">
      <dgm:prSet presAssocID="{2B2AF019-A000-4C99-B039-80DDAF258094}" presName="vert0" presStyleCnt="0">
        <dgm:presLayoutVars>
          <dgm:dir/>
          <dgm:animOne val="branch"/>
          <dgm:animLvl val="lvl"/>
        </dgm:presLayoutVars>
      </dgm:prSet>
      <dgm:spPr/>
    </dgm:pt>
    <dgm:pt modelId="{9BF61BC8-BBBC-4C8E-B45E-9159A05A1F02}" type="pres">
      <dgm:prSet presAssocID="{45F7F1D1-4829-432C-BD7D-B331A8068DB9}" presName="thickLine" presStyleLbl="alignNode1" presStyleIdx="0" presStyleCnt="4"/>
      <dgm:spPr/>
    </dgm:pt>
    <dgm:pt modelId="{4BA8C764-D675-4035-8120-3DB50BB5FD87}" type="pres">
      <dgm:prSet presAssocID="{45F7F1D1-4829-432C-BD7D-B331A8068DB9}" presName="horz1" presStyleCnt="0"/>
      <dgm:spPr/>
    </dgm:pt>
    <dgm:pt modelId="{8B885318-F3C0-4E55-9688-23631630DFA0}" type="pres">
      <dgm:prSet presAssocID="{45F7F1D1-4829-432C-BD7D-B331A8068DB9}" presName="tx1" presStyleLbl="revTx" presStyleIdx="0" presStyleCnt="4"/>
      <dgm:spPr/>
    </dgm:pt>
    <dgm:pt modelId="{66D29786-1187-4DFC-BB05-F7D9CB59A754}" type="pres">
      <dgm:prSet presAssocID="{45F7F1D1-4829-432C-BD7D-B331A8068DB9}" presName="vert1" presStyleCnt="0"/>
      <dgm:spPr/>
    </dgm:pt>
    <dgm:pt modelId="{30B40EB3-AD10-49F6-A317-160D905314FA}" type="pres">
      <dgm:prSet presAssocID="{1360CA98-C391-4A00-9866-62BA83B56EC2}" presName="thickLine" presStyleLbl="alignNode1" presStyleIdx="1" presStyleCnt="4"/>
      <dgm:spPr/>
    </dgm:pt>
    <dgm:pt modelId="{FB693DAA-1B29-4F2D-B432-562C110D88AD}" type="pres">
      <dgm:prSet presAssocID="{1360CA98-C391-4A00-9866-62BA83B56EC2}" presName="horz1" presStyleCnt="0"/>
      <dgm:spPr/>
    </dgm:pt>
    <dgm:pt modelId="{DA055405-9DCD-4018-8A4F-B37D8E610884}" type="pres">
      <dgm:prSet presAssocID="{1360CA98-C391-4A00-9866-62BA83B56EC2}" presName="tx1" presStyleLbl="revTx" presStyleIdx="1" presStyleCnt="4"/>
      <dgm:spPr/>
    </dgm:pt>
    <dgm:pt modelId="{BC931565-4FD0-45DB-B72B-92427FE661F0}" type="pres">
      <dgm:prSet presAssocID="{1360CA98-C391-4A00-9866-62BA83B56EC2}" presName="vert1" presStyleCnt="0"/>
      <dgm:spPr/>
    </dgm:pt>
    <dgm:pt modelId="{6DC48732-2DFC-4EE4-8155-0700D8D55566}" type="pres">
      <dgm:prSet presAssocID="{EEC580E5-FDEA-4A91-BAA0-863B0039B77B}" presName="thickLine" presStyleLbl="alignNode1" presStyleIdx="2" presStyleCnt="4"/>
      <dgm:spPr/>
    </dgm:pt>
    <dgm:pt modelId="{DEB43456-E240-419C-8574-030BB0D7E890}" type="pres">
      <dgm:prSet presAssocID="{EEC580E5-FDEA-4A91-BAA0-863B0039B77B}" presName="horz1" presStyleCnt="0"/>
      <dgm:spPr/>
    </dgm:pt>
    <dgm:pt modelId="{E71485EB-AD22-41A6-A6B6-2D59C7F28B5C}" type="pres">
      <dgm:prSet presAssocID="{EEC580E5-FDEA-4A91-BAA0-863B0039B77B}" presName="tx1" presStyleLbl="revTx" presStyleIdx="2" presStyleCnt="4"/>
      <dgm:spPr/>
    </dgm:pt>
    <dgm:pt modelId="{736BFC6C-1070-4887-A205-B19169216409}" type="pres">
      <dgm:prSet presAssocID="{EEC580E5-FDEA-4A91-BAA0-863B0039B77B}" presName="vert1" presStyleCnt="0"/>
      <dgm:spPr/>
    </dgm:pt>
    <dgm:pt modelId="{FB35DD32-B6CE-4713-911B-F2DA64C3C598}" type="pres">
      <dgm:prSet presAssocID="{FF3B4201-5EFD-4DEC-93A6-E1CC10DD21C8}" presName="thickLine" presStyleLbl="alignNode1" presStyleIdx="3" presStyleCnt="4"/>
      <dgm:spPr/>
    </dgm:pt>
    <dgm:pt modelId="{EF5F1B9A-57B8-4F70-9BC5-F405BBCB7BCB}" type="pres">
      <dgm:prSet presAssocID="{FF3B4201-5EFD-4DEC-93A6-E1CC10DD21C8}" presName="horz1" presStyleCnt="0"/>
      <dgm:spPr/>
    </dgm:pt>
    <dgm:pt modelId="{13CB6263-46B3-4B33-89BC-11B743BE3F60}" type="pres">
      <dgm:prSet presAssocID="{FF3B4201-5EFD-4DEC-93A6-E1CC10DD21C8}" presName="tx1" presStyleLbl="revTx" presStyleIdx="3" presStyleCnt="4"/>
      <dgm:spPr/>
    </dgm:pt>
    <dgm:pt modelId="{938FAB0A-863C-46C9-9A58-E2A611FCF944}" type="pres">
      <dgm:prSet presAssocID="{FF3B4201-5EFD-4DEC-93A6-E1CC10DD21C8}" presName="vert1" presStyleCnt="0"/>
      <dgm:spPr/>
    </dgm:pt>
  </dgm:ptLst>
  <dgm:cxnLst>
    <dgm:cxn modelId="{72741E05-78A7-4395-937B-E9383A8B3639}" srcId="{2B2AF019-A000-4C99-B039-80DDAF258094}" destId="{1360CA98-C391-4A00-9866-62BA83B56EC2}" srcOrd="1" destOrd="0" parTransId="{54818B23-36DA-4484-90FC-910B2DA78EE4}" sibTransId="{AC34BD5E-FC38-4918-B556-77162EFAFFE4}"/>
    <dgm:cxn modelId="{FEDE0412-F61B-4CA2-8245-5FF0C2654708}" type="presOf" srcId="{FF3B4201-5EFD-4DEC-93A6-E1CC10DD21C8}" destId="{13CB6263-46B3-4B33-89BC-11B743BE3F60}" srcOrd="0" destOrd="0" presId="urn:microsoft.com/office/officeart/2008/layout/LinedList"/>
    <dgm:cxn modelId="{C894BC16-A7E6-4A14-AB8B-A3D6CBFB809F}" type="presOf" srcId="{45F7F1D1-4829-432C-BD7D-B331A8068DB9}" destId="{8B885318-F3C0-4E55-9688-23631630DFA0}" srcOrd="0" destOrd="0" presId="urn:microsoft.com/office/officeart/2008/layout/LinedList"/>
    <dgm:cxn modelId="{BA459B17-487A-420F-BBC0-1CA91E61071F}" type="presOf" srcId="{1360CA98-C391-4A00-9866-62BA83B56EC2}" destId="{DA055405-9DCD-4018-8A4F-B37D8E610884}" srcOrd="0" destOrd="0" presId="urn:microsoft.com/office/officeart/2008/layout/LinedList"/>
    <dgm:cxn modelId="{13AED249-4C6C-4C32-A3F4-0672E0CC07E6}" srcId="{2B2AF019-A000-4C99-B039-80DDAF258094}" destId="{45F7F1D1-4829-432C-BD7D-B331A8068DB9}" srcOrd="0" destOrd="0" parTransId="{3F650ED2-45E4-44D5-B493-8D7FF9CF827F}" sibTransId="{9385EFAC-776A-4B67-9B98-237A00A159BB}"/>
    <dgm:cxn modelId="{A0A42F53-D627-459D-893A-18AAAA6DB7C4}" srcId="{2B2AF019-A000-4C99-B039-80DDAF258094}" destId="{EEC580E5-FDEA-4A91-BAA0-863B0039B77B}" srcOrd="2" destOrd="0" parTransId="{14363728-49B0-4F85-A1C8-146D12EF1588}" sibTransId="{3F9E9157-66D9-4C4B-A167-A904BBB73477}"/>
    <dgm:cxn modelId="{1338D1A7-7A00-4904-85B0-6CDC3186D6B8}" type="presOf" srcId="{2B2AF019-A000-4C99-B039-80DDAF258094}" destId="{3246E04C-AA0C-4770-8395-AAC015265AA8}" srcOrd="0" destOrd="0" presId="urn:microsoft.com/office/officeart/2008/layout/LinedList"/>
    <dgm:cxn modelId="{81B1E9BF-0F6B-4845-BA31-4AB93557DBDC}" type="presOf" srcId="{EEC580E5-FDEA-4A91-BAA0-863B0039B77B}" destId="{E71485EB-AD22-41A6-A6B6-2D59C7F28B5C}" srcOrd="0" destOrd="0" presId="urn:microsoft.com/office/officeart/2008/layout/LinedList"/>
    <dgm:cxn modelId="{281978EA-5B02-4EEE-B414-184A4C081306}" srcId="{2B2AF019-A000-4C99-B039-80DDAF258094}" destId="{FF3B4201-5EFD-4DEC-93A6-E1CC10DD21C8}" srcOrd="3" destOrd="0" parTransId="{460B505E-AA05-4B81-8CB6-B2297D926B5A}" sibTransId="{80A8560C-C550-47A8-9526-11F8BE499D66}"/>
    <dgm:cxn modelId="{2B6F9B97-ACE7-490C-BD24-5D3F9583FA2C}" type="presParOf" srcId="{3246E04C-AA0C-4770-8395-AAC015265AA8}" destId="{9BF61BC8-BBBC-4C8E-B45E-9159A05A1F02}" srcOrd="0" destOrd="0" presId="urn:microsoft.com/office/officeart/2008/layout/LinedList"/>
    <dgm:cxn modelId="{3FCEDD09-6BF0-4A2C-BBE8-C399869994B4}" type="presParOf" srcId="{3246E04C-AA0C-4770-8395-AAC015265AA8}" destId="{4BA8C764-D675-4035-8120-3DB50BB5FD87}" srcOrd="1" destOrd="0" presId="urn:microsoft.com/office/officeart/2008/layout/LinedList"/>
    <dgm:cxn modelId="{C655F8E9-9FB8-4B1C-825B-D6A6115A9746}" type="presParOf" srcId="{4BA8C764-D675-4035-8120-3DB50BB5FD87}" destId="{8B885318-F3C0-4E55-9688-23631630DFA0}" srcOrd="0" destOrd="0" presId="urn:microsoft.com/office/officeart/2008/layout/LinedList"/>
    <dgm:cxn modelId="{3DB8A69E-A694-4727-A209-985E65DFEE59}" type="presParOf" srcId="{4BA8C764-D675-4035-8120-3DB50BB5FD87}" destId="{66D29786-1187-4DFC-BB05-F7D9CB59A754}" srcOrd="1" destOrd="0" presId="urn:microsoft.com/office/officeart/2008/layout/LinedList"/>
    <dgm:cxn modelId="{DFE9C2CD-19C1-4C3F-9C40-9E12D179AA8A}" type="presParOf" srcId="{3246E04C-AA0C-4770-8395-AAC015265AA8}" destId="{30B40EB3-AD10-49F6-A317-160D905314FA}" srcOrd="2" destOrd="0" presId="urn:microsoft.com/office/officeart/2008/layout/LinedList"/>
    <dgm:cxn modelId="{D2AF613F-0798-4A32-BB2D-54C32DA722C7}" type="presParOf" srcId="{3246E04C-AA0C-4770-8395-AAC015265AA8}" destId="{FB693DAA-1B29-4F2D-B432-562C110D88AD}" srcOrd="3" destOrd="0" presId="urn:microsoft.com/office/officeart/2008/layout/LinedList"/>
    <dgm:cxn modelId="{1752CE39-CC68-4DC0-97FB-56ECF6182B12}" type="presParOf" srcId="{FB693DAA-1B29-4F2D-B432-562C110D88AD}" destId="{DA055405-9DCD-4018-8A4F-B37D8E610884}" srcOrd="0" destOrd="0" presId="urn:microsoft.com/office/officeart/2008/layout/LinedList"/>
    <dgm:cxn modelId="{204770F1-1114-49ED-8211-42AA56432F13}" type="presParOf" srcId="{FB693DAA-1B29-4F2D-B432-562C110D88AD}" destId="{BC931565-4FD0-45DB-B72B-92427FE661F0}" srcOrd="1" destOrd="0" presId="urn:microsoft.com/office/officeart/2008/layout/LinedList"/>
    <dgm:cxn modelId="{9AC6D4E1-AA57-4D48-84D8-9E07FC24AA9B}" type="presParOf" srcId="{3246E04C-AA0C-4770-8395-AAC015265AA8}" destId="{6DC48732-2DFC-4EE4-8155-0700D8D55566}" srcOrd="4" destOrd="0" presId="urn:microsoft.com/office/officeart/2008/layout/LinedList"/>
    <dgm:cxn modelId="{AC38C35C-B21D-4C0C-BFEA-AA3AB5A9C673}" type="presParOf" srcId="{3246E04C-AA0C-4770-8395-AAC015265AA8}" destId="{DEB43456-E240-419C-8574-030BB0D7E890}" srcOrd="5" destOrd="0" presId="urn:microsoft.com/office/officeart/2008/layout/LinedList"/>
    <dgm:cxn modelId="{F55CAA46-D140-4E25-A1C1-F949DC939DA4}" type="presParOf" srcId="{DEB43456-E240-419C-8574-030BB0D7E890}" destId="{E71485EB-AD22-41A6-A6B6-2D59C7F28B5C}" srcOrd="0" destOrd="0" presId="urn:microsoft.com/office/officeart/2008/layout/LinedList"/>
    <dgm:cxn modelId="{D89F7541-2D0B-45B5-B872-22BB8A3E4C5C}" type="presParOf" srcId="{DEB43456-E240-419C-8574-030BB0D7E890}" destId="{736BFC6C-1070-4887-A205-B19169216409}" srcOrd="1" destOrd="0" presId="urn:microsoft.com/office/officeart/2008/layout/LinedList"/>
    <dgm:cxn modelId="{C2A5CD62-CBBA-495C-8F59-1B85B265CB8D}" type="presParOf" srcId="{3246E04C-AA0C-4770-8395-AAC015265AA8}" destId="{FB35DD32-B6CE-4713-911B-F2DA64C3C598}" srcOrd="6" destOrd="0" presId="urn:microsoft.com/office/officeart/2008/layout/LinedList"/>
    <dgm:cxn modelId="{3198E5CB-62CA-4AEA-B671-350679879B75}" type="presParOf" srcId="{3246E04C-AA0C-4770-8395-AAC015265AA8}" destId="{EF5F1B9A-57B8-4F70-9BC5-F405BBCB7BCB}" srcOrd="7" destOrd="0" presId="urn:microsoft.com/office/officeart/2008/layout/LinedList"/>
    <dgm:cxn modelId="{F7C3E791-2D75-4B61-8A4D-ECCFF12F63A3}" type="presParOf" srcId="{EF5F1B9A-57B8-4F70-9BC5-F405BBCB7BCB}" destId="{13CB6263-46B3-4B33-89BC-11B743BE3F60}" srcOrd="0" destOrd="0" presId="urn:microsoft.com/office/officeart/2008/layout/LinedList"/>
    <dgm:cxn modelId="{CAF40113-2134-4975-B023-68A77D7621A1}" type="presParOf" srcId="{EF5F1B9A-57B8-4F70-9BC5-F405BBCB7BCB}" destId="{938FAB0A-863C-46C9-9A58-E2A611FCF94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2AC1D6-8066-46C8-822E-F0A27FC1FB16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04E681A-A8C3-4A46-B550-AC52754453C0}">
      <dgm:prSet/>
      <dgm:spPr/>
      <dgm:t>
        <a:bodyPr/>
        <a:lstStyle/>
        <a:p>
          <a:r>
            <a:rPr lang="en-US"/>
            <a:t>Planificare cap-coadă</a:t>
          </a:r>
        </a:p>
      </dgm:t>
    </dgm:pt>
    <dgm:pt modelId="{609724C0-136D-45AC-BB08-CA8AF91E2111}" type="parTrans" cxnId="{74204542-67DB-474D-A5E9-153F340ECAFE}">
      <dgm:prSet/>
      <dgm:spPr/>
      <dgm:t>
        <a:bodyPr/>
        <a:lstStyle/>
        <a:p>
          <a:endParaRPr lang="en-US"/>
        </a:p>
      </dgm:t>
    </dgm:pt>
    <dgm:pt modelId="{80D1E05C-B9CC-4A1D-AE5E-1F8D46676A0F}" type="sibTrans" cxnId="{74204542-67DB-474D-A5E9-153F340ECAFE}">
      <dgm:prSet/>
      <dgm:spPr/>
      <dgm:t>
        <a:bodyPr/>
        <a:lstStyle/>
        <a:p>
          <a:endParaRPr lang="en-US"/>
        </a:p>
      </dgm:t>
    </dgm:pt>
    <dgm:pt modelId="{5CAD39B4-7BC5-4E5A-B352-97B18CBD57C6}">
      <dgm:prSet/>
      <dgm:spPr/>
      <dgm:t>
        <a:bodyPr/>
        <a:lstStyle/>
        <a:p>
          <a:r>
            <a:rPr lang="en-US"/>
            <a:t>Listă automată de bagaje</a:t>
          </a:r>
        </a:p>
      </dgm:t>
    </dgm:pt>
    <dgm:pt modelId="{BB838104-A043-4711-AAF0-B9887FCD5A47}" type="parTrans" cxnId="{A556ECB8-E7B3-4CBA-97B8-0DB6CF58CF8E}">
      <dgm:prSet/>
      <dgm:spPr/>
      <dgm:t>
        <a:bodyPr/>
        <a:lstStyle/>
        <a:p>
          <a:endParaRPr lang="en-US"/>
        </a:p>
      </dgm:t>
    </dgm:pt>
    <dgm:pt modelId="{1D5441D1-ABA8-4CAA-B5A8-591693A15ED9}" type="sibTrans" cxnId="{A556ECB8-E7B3-4CBA-97B8-0DB6CF58CF8E}">
      <dgm:prSet/>
      <dgm:spPr/>
      <dgm:t>
        <a:bodyPr/>
        <a:lstStyle/>
        <a:p>
          <a:endParaRPr lang="en-US"/>
        </a:p>
      </dgm:t>
    </dgm:pt>
    <dgm:pt modelId="{CC28EF9A-DF23-40A2-BE2D-F36EBBA658FF}">
      <dgm:prSet/>
      <dgm:spPr/>
      <dgm:t>
        <a:bodyPr/>
        <a:lstStyle/>
        <a:p>
          <a:r>
            <a:rPr lang="en-US"/>
            <a:t>Adaptare la context</a:t>
          </a:r>
        </a:p>
      </dgm:t>
    </dgm:pt>
    <dgm:pt modelId="{BF681CE1-187C-4031-A843-78F28BA73D96}" type="parTrans" cxnId="{7AD724AB-2A97-4DE9-8D05-B1E280762B04}">
      <dgm:prSet/>
      <dgm:spPr/>
      <dgm:t>
        <a:bodyPr/>
        <a:lstStyle/>
        <a:p>
          <a:endParaRPr lang="en-US"/>
        </a:p>
      </dgm:t>
    </dgm:pt>
    <dgm:pt modelId="{93E64DAE-B341-447D-8F35-8318114CC61D}" type="sibTrans" cxnId="{7AD724AB-2A97-4DE9-8D05-B1E280762B04}">
      <dgm:prSet/>
      <dgm:spPr/>
      <dgm:t>
        <a:bodyPr/>
        <a:lstStyle/>
        <a:p>
          <a:endParaRPr lang="en-US"/>
        </a:p>
      </dgm:t>
    </dgm:pt>
    <dgm:pt modelId="{604663BC-3217-4648-BE14-E72C55161DC9}">
      <dgm:prSet/>
      <dgm:spPr/>
      <dgm:t>
        <a:bodyPr/>
        <a:lstStyle/>
        <a:p>
          <a:r>
            <a:rPr lang="en-US"/>
            <a:t>Integrare servicii</a:t>
          </a:r>
        </a:p>
      </dgm:t>
    </dgm:pt>
    <dgm:pt modelId="{8E7D07E3-17DD-462E-B90E-7D8F73DE8797}" type="parTrans" cxnId="{10CA89FF-9B94-4E06-B875-6BF47201E165}">
      <dgm:prSet/>
      <dgm:spPr/>
      <dgm:t>
        <a:bodyPr/>
        <a:lstStyle/>
        <a:p>
          <a:endParaRPr lang="en-US"/>
        </a:p>
      </dgm:t>
    </dgm:pt>
    <dgm:pt modelId="{A3644C22-C513-4EFF-BEB8-C41345588289}" type="sibTrans" cxnId="{10CA89FF-9B94-4E06-B875-6BF47201E165}">
      <dgm:prSet/>
      <dgm:spPr/>
      <dgm:t>
        <a:bodyPr/>
        <a:lstStyle/>
        <a:p>
          <a:endParaRPr lang="en-US"/>
        </a:p>
      </dgm:t>
    </dgm:pt>
    <dgm:pt modelId="{9C865246-4FEC-4899-A2B5-915BF97627AD}" type="pres">
      <dgm:prSet presAssocID="{492AC1D6-8066-46C8-822E-F0A27FC1FB16}" presName="linear" presStyleCnt="0">
        <dgm:presLayoutVars>
          <dgm:animLvl val="lvl"/>
          <dgm:resizeHandles val="exact"/>
        </dgm:presLayoutVars>
      </dgm:prSet>
      <dgm:spPr/>
    </dgm:pt>
    <dgm:pt modelId="{5ECD8D9D-325E-4563-8DBD-1481ED7F9E30}" type="pres">
      <dgm:prSet presAssocID="{804E681A-A8C3-4A46-B550-AC52754453C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1A1928-1E67-4C73-A644-4656D1191698}" type="pres">
      <dgm:prSet presAssocID="{80D1E05C-B9CC-4A1D-AE5E-1F8D46676A0F}" presName="spacer" presStyleCnt="0"/>
      <dgm:spPr/>
    </dgm:pt>
    <dgm:pt modelId="{306F62FC-5ACA-4A62-A42C-DE3A4DA30546}" type="pres">
      <dgm:prSet presAssocID="{5CAD39B4-7BC5-4E5A-B352-97B18CBD57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DEBD6D-752B-4AC1-ACBD-9BAE0AB8949C}" type="pres">
      <dgm:prSet presAssocID="{1D5441D1-ABA8-4CAA-B5A8-591693A15ED9}" presName="spacer" presStyleCnt="0"/>
      <dgm:spPr/>
    </dgm:pt>
    <dgm:pt modelId="{50C1CEFB-D17A-49DA-9B50-7926DF7648DE}" type="pres">
      <dgm:prSet presAssocID="{CC28EF9A-DF23-40A2-BE2D-F36EBBA658F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68818C0-0DF7-4DF3-A3BE-5AFEA245DEB6}" type="pres">
      <dgm:prSet presAssocID="{93E64DAE-B341-447D-8F35-8318114CC61D}" presName="spacer" presStyleCnt="0"/>
      <dgm:spPr/>
    </dgm:pt>
    <dgm:pt modelId="{E2E73E0A-FAE5-48C3-BEE0-E2DE70DE5823}" type="pres">
      <dgm:prSet presAssocID="{604663BC-3217-4648-BE14-E72C55161DC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A0F8009-FD1E-4503-854F-817C89AF8EA5}" type="presOf" srcId="{804E681A-A8C3-4A46-B550-AC52754453C0}" destId="{5ECD8D9D-325E-4563-8DBD-1481ED7F9E30}" srcOrd="0" destOrd="0" presId="urn:microsoft.com/office/officeart/2005/8/layout/vList2"/>
    <dgm:cxn modelId="{D6E73B35-0960-4631-B622-A643EC2DA3C7}" type="presOf" srcId="{492AC1D6-8066-46C8-822E-F0A27FC1FB16}" destId="{9C865246-4FEC-4899-A2B5-915BF97627AD}" srcOrd="0" destOrd="0" presId="urn:microsoft.com/office/officeart/2005/8/layout/vList2"/>
    <dgm:cxn modelId="{6DA3BF5C-5EC3-425C-8B6A-3B399F427E4C}" type="presOf" srcId="{604663BC-3217-4648-BE14-E72C55161DC9}" destId="{E2E73E0A-FAE5-48C3-BEE0-E2DE70DE5823}" srcOrd="0" destOrd="0" presId="urn:microsoft.com/office/officeart/2005/8/layout/vList2"/>
    <dgm:cxn modelId="{74204542-67DB-474D-A5E9-153F340ECAFE}" srcId="{492AC1D6-8066-46C8-822E-F0A27FC1FB16}" destId="{804E681A-A8C3-4A46-B550-AC52754453C0}" srcOrd="0" destOrd="0" parTransId="{609724C0-136D-45AC-BB08-CA8AF91E2111}" sibTransId="{80D1E05C-B9CC-4A1D-AE5E-1F8D46676A0F}"/>
    <dgm:cxn modelId="{B98B9577-F498-40E4-98D3-4AFB602CE1F0}" type="presOf" srcId="{5CAD39B4-7BC5-4E5A-B352-97B18CBD57C6}" destId="{306F62FC-5ACA-4A62-A42C-DE3A4DA30546}" srcOrd="0" destOrd="0" presId="urn:microsoft.com/office/officeart/2005/8/layout/vList2"/>
    <dgm:cxn modelId="{7AD724AB-2A97-4DE9-8D05-B1E280762B04}" srcId="{492AC1D6-8066-46C8-822E-F0A27FC1FB16}" destId="{CC28EF9A-DF23-40A2-BE2D-F36EBBA658FF}" srcOrd="2" destOrd="0" parTransId="{BF681CE1-187C-4031-A843-78F28BA73D96}" sibTransId="{93E64DAE-B341-447D-8F35-8318114CC61D}"/>
    <dgm:cxn modelId="{A2FB8FB2-3EFC-4A56-937E-C879591C6043}" type="presOf" srcId="{CC28EF9A-DF23-40A2-BE2D-F36EBBA658FF}" destId="{50C1CEFB-D17A-49DA-9B50-7926DF7648DE}" srcOrd="0" destOrd="0" presId="urn:microsoft.com/office/officeart/2005/8/layout/vList2"/>
    <dgm:cxn modelId="{A556ECB8-E7B3-4CBA-97B8-0DB6CF58CF8E}" srcId="{492AC1D6-8066-46C8-822E-F0A27FC1FB16}" destId="{5CAD39B4-7BC5-4E5A-B352-97B18CBD57C6}" srcOrd="1" destOrd="0" parTransId="{BB838104-A043-4711-AAF0-B9887FCD5A47}" sibTransId="{1D5441D1-ABA8-4CAA-B5A8-591693A15ED9}"/>
    <dgm:cxn modelId="{10CA89FF-9B94-4E06-B875-6BF47201E165}" srcId="{492AC1D6-8066-46C8-822E-F0A27FC1FB16}" destId="{604663BC-3217-4648-BE14-E72C55161DC9}" srcOrd="3" destOrd="0" parTransId="{8E7D07E3-17DD-462E-B90E-7D8F73DE8797}" sibTransId="{A3644C22-C513-4EFF-BEB8-C41345588289}"/>
    <dgm:cxn modelId="{33C99C85-2207-40B5-B19C-9C4B1F089250}" type="presParOf" srcId="{9C865246-4FEC-4899-A2B5-915BF97627AD}" destId="{5ECD8D9D-325E-4563-8DBD-1481ED7F9E30}" srcOrd="0" destOrd="0" presId="urn:microsoft.com/office/officeart/2005/8/layout/vList2"/>
    <dgm:cxn modelId="{7667F968-C959-49B5-AFDE-AC1EF1DA6455}" type="presParOf" srcId="{9C865246-4FEC-4899-A2B5-915BF97627AD}" destId="{8E1A1928-1E67-4C73-A644-4656D1191698}" srcOrd="1" destOrd="0" presId="urn:microsoft.com/office/officeart/2005/8/layout/vList2"/>
    <dgm:cxn modelId="{25351953-1191-4D51-9A84-949B8EAF5A3B}" type="presParOf" srcId="{9C865246-4FEC-4899-A2B5-915BF97627AD}" destId="{306F62FC-5ACA-4A62-A42C-DE3A4DA30546}" srcOrd="2" destOrd="0" presId="urn:microsoft.com/office/officeart/2005/8/layout/vList2"/>
    <dgm:cxn modelId="{774CCAF5-26AB-4035-9BC4-2044CEBA2A95}" type="presParOf" srcId="{9C865246-4FEC-4899-A2B5-915BF97627AD}" destId="{9FDEBD6D-752B-4AC1-ACBD-9BAE0AB8949C}" srcOrd="3" destOrd="0" presId="urn:microsoft.com/office/officeart/2005/8/layout/vList2"/>
    <dgm:cxn modelId="{8C05D9D0-4C40-4717-B5C8-D7B4267B1A6B}" type="presParOf" srcId="{9C865246-4FEC-4899-A2B5-915BF97627AD}" destId="{50C1CEFB-D17A-49DA-9B50-7926DF7648DE}" srcOrd="4" destOrd="0" presId="urn:microsoft.com/office/officeart/2005/8/layout/vList2"/>
    <dgm:cxn modelId="{69BC7E25-D5EC-481D-AE89-5118A9AAC88A}" type="presParOf" srcId="{9C865246-4FEC-4899-A2B5-915BF97627AD}" destId="{168818C0-0DF7-4DF3-A3BE-5AFEA245DEB6}" srcOrd="5" destOrd="0" presId="urn:microsoft.com/office/officeart/2005/8/layout/vList2"/>
    <dgm:cxn modelId="{D54151CB-94E9-406E-8B90-75CB08831D4B}" type="presParOf" srcId="{9C865246-4FEC-4899-A2B5-915BF97627AD}" destId="{E2E73E0A-FAE5-48C3-BEE0-E2DE70DE582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37221A-B9FF-41D6-AACE-059C927C8823}" type="doc">
      <dgm:prSet loTypeId="urn:microsoft.com/office/officeart/2005/8/layout/process4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4018FE0-4237-4D3C-9424-365C7ADDDC0A}">
      <dgm:prSet/>
      <dgm:spPr/>
      <dgm:t>
        <a:bodyPr/>
        <a:lstStyle/>
        <a:p>
          <a:r>
            <a:rPr lang="ro-RO"/>
            <a:t>Planificare călătorie</a:t>
          </a:r>
          <a:endParaRPr lang="en-US"/>
        </a:p>
      </dgm:t>
    </dgm:pt>
    <dgm:pt modelId="{5C0B2485-ED6E-4E9A-AE14-3C1F41FAB629}" type="parTrans" cxnId="{7941B1C5-F217-43EE-906D-EF0153892DCA}">
      <dgm:prSet/>
      <dgm:spPr/>
      <dgm:t>
        <a:bodyPr/>
        <a:lstStyle/>
        <a:p>
          <a:endParaRPr lang="en-US"/>
        </a:p>
      </dgm:t>
    </dgm:pt>
    <dgm:pt modelId="{82A0728D-8679-410D-869B-9B2A28D89146}" type="sibTrans" cxnId="{7941B1C5-F217-43EE-906D-EF0153892DCA}">
      <dgm:prSet/>
      <dgm:spPr/>
      <dgm:t>
        <a:bodyPr/>
        <a:lstStyle/>
        <a:p>
          <a:endParaRPr lang="en-US"/>
        </a:p>
      </dgm:t>
    </dgm:pt>
    <dgm:pt modelId="{F95B0E7A-7BFF-4023-97FD-69B3FEED609F}">
      <dgm:prSet/>
      <dgm:spPr/>
      <dgm:t>
        <a:bodyPr/>
        <a:lstStyle/>
        <a:p>
          <a:r>
            <a:rPr lang="ro-RO"/>
            <a:t>Adaptare itinerar</a:t>
          </a:r>
          <a:endParaRPr lang="en-US"/>
        </a:p>
      </dgm:t>
    </dgm:pt>
    <dgm:pt modelId="{26C50B2B-D7D9-433D-A01A-2E1A3A6CEE38}" type="parTrans" cxnId="{A4CCD25E-C38D-44B2-9B21-A3397EBC6E0F}">
      <dgm:prSet/>
      <dgm:spPr/>
      <dgm:t>
        <a:bodyPr/>
        <a:lstStyle/>
        <a:p>
          <a:endParaRPr lang="en-US"/>
        </a:p>
      </dgm:t>
    </dgm:pt>
    <dgm:pt modelId="{6D64E72E-E20E-492C-B5C2-93DD66C860A5}" type="sibTrans" cxnId="{A4CCD25E-C38D-44B2-9B21-A3397EBC6E0F}">
      <dgm:prSet/>
      <dgm:spPr/>
      <dgm:t>
        <a:bodyPr/>
        <a:lstStyle/>
        <a:p>
          <a:endParaRPr lang="en-US"/>
        </a:p>
      </dgm:t>
    </dgm:pt>
    <dgm:pt modelId="{5DC0666B-52AC-4FC2-8518-ADA3B810EF94}">
      <dgm:prSet/>
      <dgm:spPr/>
      <dgm:t>
        <a:bodyPr/>
        <a:lstStyle/>
        <a:p>
          <a:r>
            <a:rPr lang="ro-RO"/>
            <a:t>Bagaj</a:t>
          </a:r>
          <a:endParaRPr lang="en-US"/>
        </a:p>
      </dgm:t>
    </dgm:pt>
    <dgm:pt modelId="{649FED0B-CC79-426D-A86D-BCAF46A72113}" type="parTrans" cxnId="{67F74BD3-32CC-49C4-8728-30439DECB918}">
      <dgm:prSet/>
      <dgm:spPr/>
      <dgm:t>
        <a:bodyPr/>
        <a:lstStyle/>
        <a:p>
          <a:endParaRPr lang="en-US"/>
        </a:p>
      </dgm:t>
    </dgm:pt>
    <dgm:pt modelId="{47FC9ED5-BFFD-4140-81CF-9DFE86AD0017}" type="sibTrans" cxnId="{67F74BD3-32CC-49C4-8728-30439DECB918}">
      <dgm:prSet/>
      <dgm:spPr/>
      <dgm:t>
        <a:bodyPr/>
        <a:lstStyle/>
        <a:p>
          <a:endParaRPr lang="en-US"/>
        </a:p>
      </dgm:t>
    </dgm:pt>
    <dgm:pt modelId="{AB468BA7-017A-4B76-8616-4384BD9CF3BA}">
      <dgm:prSet/>
      <dgm:spPr/>
      <dgm:t>
        <a:bodyPr/>
        <a:lstStyle/>
        <a:p>
          <a:r>
            <a:rPr lang="ro-RO"/>
            <a:t>Hartă interactivă</a:t>
          </a:r>
          <a:endParaRPr lang="en-US"/>
        </a:p>
      </dgm:t>
    </dgm:pt>
    <dgm:pt modelId="{BD546010-B5A0-4294-B9B7-BBC5C4AFF73F}" type="parTrans" cxnId="{B1EDD979-EF01-4C55-A922-135C5C120359}">
      <dgm:prSet/>
      <dgm:spPr/>
      <dgm:t>
        <a:bodyPr/>
        <a:lstStyle/>
        <a:p>
          <a:endParaRPr lang="en-US"/>
        </a:p>
      </dgm:t>
    </dgm:pt>
    <dgm:pt modelId="{25B01786-01B3-4841-B0F7-74C32F0530CE}" type="sibTrans" cxnId="{B1EDD979-EF01-4C55-A922-135C5C120359}">
      <dgm:prSet/>
      <dgm:spPr/>
      <dgm:t>
        <a:bodyPr/>
        <a:lstStyle/>
        <a:p>
          <a:endParaRPr lang="en-US"/>
        </a:p>
      </dgm:t>
    </dgm:pt>
    <dgm:pt modelId="{18B8B3C8-D37E-4E63-869F-48C57C6C06C2}" type="pres">
      <dgm:prSet presAssocID="{8E37221A-B9FF-41D6-AACE-059C927C8823}" presName="Name0" presStyleCnt="0">
        <dgm:presLayoutVars>
          <dgm:dir/>
          <dgm:animLvl val="lvl"/>
          <dgm:resizeHandles val="exact"/>
        </dgm:presLayoutVars>
      </dgm:prSet>
      <dgm:spPr/>
    </dgm:pt>
    <dgm:pt modelId="{257B4420-54A2-4D13-B9B0-D7559A2FA435}" type="pres">
      <dgm:prSet presAssocID="{AB468BA7-017A-4B76-8616-4384BD9CF3BA}" presName="boxAndChildren" presStyleCnt="0"/>
      <dgm:spPr/>
    </dgm:pt>
    <dgm:pt modelId="{CD7109E8-D58C-4BDC-BF9F-4D7BED2E0E68}" type="pres">
      <dgm:prSet presAssocID="{AB468BA7-017A-4B76-8616-4384BD9CF3BA}" presName="parentTextBox" presStyleLbl="node1" presStyleIdx="0" presStyleCnt="4"/>
      <dgm:spPr/>
    </dgm:pt>
    <dgm:pt modelId="{58351A44-9CF4-4127-9149-3F3BB74549CF}" type="pres">
      <dgm:prSet presAssocID="{47FC9ED5-BFFD-4140-81CF-9DFE86AD0017}" presName="sp" presStyleCnt="0"/>
      <dgm:spPr/>
    </dgm:pt>
    <dgm:pt modelId="{71D024FF-BC20-4A11-BA5C-456D76079F4E}" type="pres">
      <dgm:prSet presAssocID="{5DC0666B-52AC-4FC2-8518-ADA3B810EF94}" presName="arrowAndChildren" presStyleCnt="0"/>
      <dgm:spPr/>
    </dgm:pt>
    <dgm:pt modelId="{2FDA0681-900E-4725-B5D3-67D85EFC1683}" type="pres">
      <dgm:prSet presAssocID="{5DC0666B-52AC-4FC2-8518-ADA3B810EF94}" presName="parentTextArrow" presStyleLbl="node1" presStyleIdx="1" presStyleCnt="4"/>
      <dgm:spPr/>
    </dgm:pt>
    <dgm:pt modelId="{57998849-DFF2-4C89-8359-CB9902ED0F12}" type="pres">
      <dgm:prSet presAssocID="{6D64E72E-E20E-492C-B5C2-93DD66C860A5}" presName="sp" presStyleCnt="0"/>
      <dgm:spPr/>
    </dgm:pt>
    <dgm:pt modelId="{49FD618C-DFDC-4019-9E80-87C1E9E64784}" type="pres">
      <dgm:prSet presAssocID="{F95B0E7A-7BFF-4023-97FD-69B3FEED609F}" presName="arrowAndChildren" presStyleCnt="0"/>
      <dgm:spPr/>
    </dgm:pt>
    <dgm:pt modelId="{D3BCFF23-C995-49BA-BEF6-DE6D8FDB460A}" type="pres">
      <dgm:prSet presAssocID="{F95B0E7A-7BFF-4023-97FD-69B3FEED609F}" presName="parentTextArrow" presStyleLbl="node1" presStyleIdx="2" presStyleCnt="4"/>
      <dgm:spPr/>
    </dgm:pt>
    <dgm:pt modelId="{798D4DBB-F742-49B8-95B2-CF72FD999334}" type="pres">
      <dgm:prSet presAssocID="{82A0728D-8679-410D-869B-9B2A28D89146}" presName="sp" presStyleCnt="0"/>
      <dgm:spPr/>
    </dgm:pt>
    <dgm:pt modelId="{0460EFAB-B9CB-4FF0-9A20-2F8D7CC214AC}" type="pres">
      <dgm:prSet presAssocID="{B4018FE0-4237-4D3C-9424-365C7ADDDC0A}" presName="arrowAndChildren" presStyleCnt="0"/>
      <dgm:spPr/>
    </dgm:pt>
    <dgm:pt modelId="{2EA84154-19B4-4A36-A495-8ABC505AA8AF}" type="pres">
      <dgm:prSet presAssocID="{B4018FE0-4237-4D3C-9424-365C7ADDDC0A}" presName="parentTextArrow" presStyleLbl="node1" presStyleIdx="3" presStyleCnt="4"/>
      <dgm:spPr/>
    </dgm:pt>
  </dgm:ptLst>
  <dgm:cxnLst>
    <dgm:cxn modelId="{42BEBF0A-56D6-4AC8-9E84-B8833536DCCA}" type="presOf" srcId="{AB468BA7-017A-4B76-8616-4384BD9CF3BA}" destId="{CD7109E8-D58C-4BDC-BF9F-4D7BED2E0E68}" srcOrd="0" destOrd="0" presId="urn:microsoft.com/office/officeart/2005/8/layout/process4"/>
    <dgm:cxn modelId="{7C6E832B-D263-40AA-9789-2054AAD176DA}" type="presOf" srcId="{8E37221A-B9FF-41D6-AACE-059C927C8823}" destId="{18B8B3C8-D37E-4E63-869F-48C57C6C06C2}" srcOrd="0" destOrd="0" presId="urn:microsoft.com/office/officeart/2005/8/layout/process4"/>
    <dgm:cxn modelId="{A4CCD25E-C38D-44B2-9B21-A3397EBC6E0F}" srcId="{8E37221A-B9FF-41D6-AACE-059C927C8823}" destId="{F95B0E7A-7BFF-4023-97FD-69B3FEED609F}" srcOrd="1" destOrd="0" parTransId="{26C50B2B-D7D9-433D-A01A-2E1A3A6CEE38}" sibTransId="{6D64E72E-E20E-492C-B5C2-93DD66C860A5}"/>
    <dgm:cxn modelId="{B1EDD979-EF01-4C55-A922-135C5C120359}" srcId="{8E37221A-B9FF-41D6-AACE-059C927C8823}" destId="{AB468BA7-017A-4B76-8616-4384BD9CF3BA}" srcOrd="3" destOrd="0" parTransId="{BD546010-B5A0-4294-B9B7-BBC5C4AFF73F}" sibTransId="{25B01786-01B3-4841-B0F7-74C32F0530CE}"/>
    <dgm:cxn modelId="{1C73D693-09F8-46F9-95D3-7BC8D28ECA70}" type="presOf" srcId="{5DC0666B-52AC-4FC2-8518-ADA3B810EF94}" destId="{2FDA0681-900E-4725-B5D3-67D85EFC1683}" srcOrd="0" destOrd="0" presId="urn:microsoft.com/office/officeart/2005/8/layout/process4"/>
    <dgm:cxn modelId="{E4216195-E2A8-4396-9299-66CEF58B3C00}" type="presOf" srcId="{B4018FE0-4237-4D3C-9424-365C7ADDDC0A}" destId="{2EA84154-19B4-4A36-A495-8ABC505AA8AF}" srcOrd="0" destOrd="0" presId="urn:microsoft.com/office/officeart/2005/8/layout/process4"/>
    <dgm:cxn modelId="{7A0831C3-C2B6-47F6-BB14-AD9E82F29729}" type="presOf" srcId="{F95B0E7A-7BFF-4023-97FD-69B3FEED609F}" destId="{D3BCFF23-C995-49BA-BEF6-DE6D8FDB460A}" srcOrd="0" destOrd="0" presId="urn:microsoft.com/office/officeart/2005/8/layout/process4"/>
    <dgm:cxn modelId="{7941B1C5-F217-43EE-906D-EF0153892DCA}" srcId="{8E37221A-B9FF-41D6-AACE-059C927C8823}" destId="{B4018FE0-4237-4D3C-9424-365C7ADDDC0A}" srcOrd="0" destOrd="0" parTransId="{5C0B2485-ED6E-4E9A-AE14-3C1F41FAB629}" sibTransId="{82A0728D-8679-410D-869B-9B2A28D89146}"/>
    <dgm:cxn modelId="{67F74BD3-32CC-49C4-8728-30439DECB918}" srcId="{8E37221A-B9FF-41D6-AACE-059C927C8823}" destId="{5DC0666B-52AC-4FC2-8518-ADA3B810EF94}" srcOrd="2" destOrd="0" parTransId="{649FED0B-CC79-426D-A86D-BCAF46A72113}" sibTransId="{47FC9ED5-BFFD-4140-81CF-9DFE86AD0017}"/>
    <dgm:cxn modelId="{1EAC00AD-57E1-44F3-A1FE-0049DC6F1FBA}" type="presParOf" srcId="{18B8B3C8-D37E-4E63-869F-48C57C6C06C2}" destId="{257B4420-54A2-4D13-B9B0-D7559A2FA435}" srcOrd="0" destOrd="0" presId="urn:microsoft.com/office/officeart/2005/8/layout/process4"/>
    <dgm:cxn modelId="{4FBDA1C2-036E-4064-9DA5-63448476E38F}" type="presParOf" srcId="{257B4420-54A2-4D13-B9B0-D7559A2FA435}" destId="{CD7109E8-D58C-4BDC-BF9F-4D7BED2E0E68}" srcOrd="0" destOrd="0" presId="urn:microsoft.com/office/officeart/2005/8/layout/process4"/>
    <dgm:cxn modelId="{EB935962-7A01-411D-BCE9-9A6D2A586C3A}" type="presParOf" srcId="{18B8B3C8-D37E-4E63-869F-48C57C6C06C2}" destId="{58351A44-9CF4-4127-9149-3F3BB74549CF}" srcOrd="1" destOrd="0" presId="urn:microsoft.com/office/officeart/2005/8/layout/process4"/>
    <dgm:cxn modelId="{DBC21928-F7C9-4013-A61E-7BB8F7C10CD8}" type="presParOf" srcId="{18B8B3C8-D37E-4E63-869F-48C57C6C06C2}" destId="{71D024FF-BC20-4A11-BA5C-456D76079F4E}" srcOrd="2" destOrd="0" presId="urn:microsoft.com/office/officeart/2005/8/layout/process4"/>
    <dgm:cxn modelId="{AF97928A-1329-42FC-B156-0F8B597F7CA5}" type="presParOf" srcId="{71D024FF-BC20-4A11-BA5C-456D76079F4E}" destId="{2FDA0681-900E-4725-B5D3-67D85EFC1683}" srcOrd="0" destOrd="0" presId="urn:microsoft.com/office/officeart/2005/8/layout/process4"/>
    <dgm:cxn modelId="{B0109CB5-6BE4-41EA-9849-C545811B515A}" type="presParOf" srcId="{18B8B3C8-D37E-4E63-869F-48C57C6C06C2}" destId="{57998849-DFF2-4C89-8359-CB9902ED0F12}" srcOrd="3" destOrd="0" presId="urn:microsoft.com/office/officeart/2005/8/layout/process4"/>
    <dgm:cxn modelId="{EF059FBA-0DD2-45B3-AADD-B3CFB4BF9EAD}" type="presParOf" srcId="{18B8B3C8-D37E-4E63-869F-48C57C6C06C2}" destId="{49FD618C-DFDC-4019-9E80-87C1E9E64784}" srcOrd="4" destOrd="0" presId="urn:microsoft.com/office/officeart/2005/8/layout/process4"/>
    <dgm:cxn modelId="{057C0182-1CD9-4D20-8AB2-4AA216F69177}" type="presParOf" srcId="{49FD618C-DFDC-4019-9E80-87C1E9E64784}" destId="{D3BCFF23-C995-49BA-BEF6-DE6D8FDB460A}" srcOrd="0" destOrd="0" presId="urn:microsoft.com/office/officeart/2005/8/layout/process4"/>
    <dgm:cxn modelId="{6961683E-CBC3-4920-9360-F3CC81229001}" type="presParOf" srcId="{18B8B3C8-D37E-4E63-869F-48C57C6C06C2}" destId="{798D4DBB-F742-49B8-95B2-CF72FD999334}" srcOrd="5" destOrd="0" presId="urn:microsoft.com/office/officeart/2005/8/layout/process4"/>
    <dgm:cxn modelId="{9DCDF853-925F-4E13-8A36-7AC70166F6A2}" type="presParOf" srcId="{18B8B3C8-D37E-4E63-869F-48C57C6C06C2}" destId="{0460EFAB-B9CB-4FF0-9A20-2F8D7CC214AC}" srcOrd="6" destOrd="0" presId="urn:microsoft.com/office/officeart/2005/8/layout/process4"/>
    <dgm:cxn modelId="{3042AECC-1385-4108-A48D-5E63C39BF593}" type="presParOf" srcId="{0460EFAB-B9CB-4FF0-9A20-2F8D7CC214AC}" destId="{2EA84154-19B4-4A36-A495-8ABC505AA8A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2D779-FAEB-4081-BE86-3B29854EBB36}">
      <dsp:nvSpPr>
        <dsp:cNvPr id="0" name=""/>
        <dsp:cNvSpPr/>
      </dsp:nvSpPr>
      <dsp:spPr>
        <a:xfrm>
          <a:off x="0" y="0"/>
          <a:ext cx="5943600" cy="691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Aplicații fragmentate</a:t>
          </a:r>
        </a:p>
      </dsp:txBody>
      <dsp:txXfrm>
        <a:off x="20250" y="20250"/>
        <a:ext cx="5139104" cy="650898"/>
      </dsp:txXfrm>
    </dsp:sp>
    <dsp:sp modelId="{5D831C9D-F597-46DC-966F-29FE96C6EB99}">
      <dsp:nvSpPr>
        <dsp:cNvPr id="0" name=""/>
        <dsp:cNvSpPr/>
      </dsp:nvSpPr>
      <dsp:spPr>
        <a:xfrm>
          <a:off x="497776" y="817107"/>
          <a:ext cx="5943600" cy="691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Informații greu de corelat</a:t>
          </a:r>
        </a:p>
      </dsp:txBody>
      <dsp:txXfrm>
        <a:off x="518026" y="837357"/>
        <a:ext cx="4955914" cy="650898"/>
      </dsp:txXfrm>
    </dsp:sp>
    <dsp:sp modelId="{E48B1CDA-3AB8-405D-A48C-9E47A4BD4AFB}">
      <dsp:nvSpPr>
        <dsp:cNvPr id="0" name=""/>
        <dsp:cNvSpPr/>
      </dsp:nvSpPr>
      <dsp:spPr>
        <a:xfrm>
          <a:off x="988123" y="1634214"/>
          <a:ext cx="5943600" cy="691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Pierdere de timp</a:t>
          </a:r>
        </a:p>
      </dsp:txBody>
      <dsp:txXfrm>
        <a:off x="1008373" y="1654464"/>
        <a:ext cx="4963343" cy="650898"/>
      </dsp:txXfrm>
    </dsp:sp>
    <dsp:sp modelId="{A6DDF835-BFFB-4D59-A556-E6FF1D75C4EC}">
      <dsp:nvSpPr>
        <dsp:cNvPr id="0" name=""/>
        <dsp:cNvSpPr/>
      </dsp:nvSpPr>
      <dsp:spPr>
        <a:xfrm>
          <a:off x="1485899" y="2451322"/>
          <a:ext cx="5943600" cy="691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Stres pentru utilizator</a:t>
          </a:r>
        </a:p>
      </dsp:txBody>
      <dsp:txXfrm>
        <a:off x="1506149" y="2471572"/>
        <a:ext cx="4955914" cy="650898"/>
      </dsp:txXfrm>
    </dsp:sp>
    <dsp:sp modelId="{51B77E29-EF8C-4A7B-8F7D-F0FF759F64FB}">
      <dsp:nvSpPr>
        <dsp:cNvPr id="0" name=""/>
        <dsp:cNvSpPr/>
      </dsp:nvSpPr>
      <dsp:spPr>
        <a:xfrm>
          <a:off x="5494190" y="529548"/>
          <a:ext cx="449409" cy="449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595307" y="529548"/>
        <a:ext cx="247175" cy="338180"/>
      </dsp:txXfrm>
    </dsp:sp>
    <dsp:sp modelId="{53171925-6AB4-4F00-9FB8-E461940DC7BD}">
      <dsp:nvSpPr>
        <dsp:cNvPr id="0" name=""/>
        <dsp:cNvSpPr/>
      </dsp:nvSpPr>
      <dsp:spPr>
        <a:xfrm>
          <a:off x="5991967" y="1346655"/>
          <a:ext cx="449409" cy="449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093084" y="1346655"/>
        <a:ext cx="247175" cy="338180"/>
      </dsp:txXfrm>
    </dsp:sp>
    <dsp:sp modelId="{8AAFFFE0-AA06-423A-A210-51ACA3689202}">
      <dsp:nvSpPr>
        <dsp:cNvPr id="0" name=""/>
        <dsp:cNvSpPr/>
      </dsp:nvSpPr>
      <dsp:spPr>
        <a:xfrm>
          <a:off x="6482314" y="2163763"/>
          <a:ext cx="449409" cy="449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583431" y="2163763"/>
        <a:ext cx="247175" cy="3381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3ADBA-37B1-4D41-8585-602009BDCA7B}">
      <dsp:nvSpPr>
        <dsp:cNvPr id="0" name=""/>
        <dsp:cNvSpPr/>
      </dsp:nvSpPr>
      <dsp:spPr>
        <a:xfrm>
          <a:off x="2176" y="1216976"/>
          <a:ext cx="1554100" cy="9868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1248D6-8098-4C73-A5D2-977EA88BDF75}">
      <dsp:nvSpPr>
        <dsp:cNvPr id="0" name=""/>
        <dsp:cNvSpPr/>
      </dsp:nvSpPr>
      <dsp:spPr>
        <a:xfrm>
          <a:off x="174854" y="1381020"/>
          <a:ext cx="1554100" cy="9868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Călători recreaționali</a:t>
          </a:r>
        </a:p>
      </dsp:txBody>
      <dsp:txXfrm>
        <a:off x="203758" y="1409924"/>
        <a:ext cx="1496292" cy="929045"/>
      </dsp:txXfrm>
    </dsp:sp>
    <dsp:sp modelId="{6A5CD208-3C37-459C-B37B-B5C266AA03C3}">
      <dsp:nvSpPr>
        <dsp:cNvPr id="0" name=""/>
        <dsp:cNvSpPr/>
      </dsp:nvSpPr>
      <dsp:spPr>
        <a:xfrm>
          <a:off x="1901632" y="1216976"/>
          <a:ext cx="1554100" cy="9868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A4A0D8F-5466-4201-8A61-3D13D3C8C120}">
      <dsp:nvSpPr>
        <dsp:cNvPr id="0" name=""/>
        <dsp:cNvSpPr/>
      </dsp:nvSpPr>
      <dsp:spPr>
        <a:xfrm>
          <a:off x="2074310" y="1381020"/>
          <a:ext cx="1554100" cy="9868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Călători de afaceri</a:t>
          </a:r>
        </a:p>
      </dsp:txBody>
      <dsp:txXfrm>
        <a:off x="2103214" y="1409924"/>
        <a:ext cx="1496292" cy="929045"/>
      </dsp:txXfrm>
    </dsp:sp>
    <dsp:sp modelId="{17B1EAAC-3BF5-4835-A149-67A3C1039907}">
      <dsp:nvSpPr>
        <dsp:cNvPr id="0" name=""/>
        <dsp:cNvSpPr/>
      </dsp:nvSpPr>
      <dsp:spPr>
        <a:xfrm>
          <a:off x="3801088" y="1216976"/>
          <a:ext cx="1554100" cy="9868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DF2A59-A54D-4636-A0AC-BD3D366BFEE5}">
      <dsp:nvSpPr>
        <dsp:cNvPr id="0" name=""/>
        <dsp:cNvSpPr/>
      </dsp:nvSpPr>
      <dsp:spPr>
        <a:xfrm>
          <a:off x="3973766" y="1381020"/>
          <a:ext cx="1554100" cy="9868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Utilizatori vârstnici</a:t>
          </a:r>
        </a:p>
      </dsp:txBody>
      <dsp:txXfrm>
        <a:off x="4002670" y="1409924"/>
        <a:ext cx="1496292" cy="929045"/>
      </dsp:txXfrm>
    </dsp:sp>
    <dsp:sp modelId="{50177124-82B5-4FA0-9D88-2A598E1AE843}">
      <dsp:nvSpPr>
        <dsp:cNvPr id="0" name=""/>
        <dsp:cNvSpPr/>
      </dsp:nvSpPr>
      <dsp:spPr>
        <a:xfrm>
          <a:off x="5700544" y="1216976"/>
          <a:ext cx="1554100" cy="9868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B12C65-8C93-49D7-87B0-5C168BD33C43}">
      <dsp:nvSpPr>
        <dsp:cNvPr id="0" name=""/>
        <dsp:cNvSpPr/>
      </dsp:nvSpPr>
      <dsp:spPr>
        <a:xfrm>
          <a:off x="5873222" y="1381020"/>
          <a:ext cx="1554100" cy="9868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Utilizatori cu deficiențe de vedere</a:t>
          </a:r>
        </a:p>
      </dsp:txBody>
      <dsp:txXfrm>
        <a:off x="5902126" y="1409924"/>
        <a:ext cx="1496292" cy="9290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B70FB-24B3-44E6-A371-920114B60560}">
      <dsp:nvSpPr>
        <dsp:cNvPr id="0" name=""/>
        <dsp:cNvSpPr/>
      </dsp:nvSpPr>
      <dsp:spPr>
        <a:xfrm>
          <a:off x="0" y="305655"/>
          <a:ext cx="74295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62E46-8798-439F-A331-DFA2D651D574}">
      <dsp:nvSpPr>
        <dsp:cNvPr id="0" name=""/>
        <dsp:cNvSpPr/>
      </dsp:nvSpPr>
      <dsp:spPr>
        <a:xfrm>
          <a:off x="371475" y="10455"/>
          <a:ext cx="520065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6572" tIns="0" rIns="19657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Aeroport / taxi / hotel</a:t>
          </a:r>
        </a:p>
      </dsp:txBody>
      <dsp:txXfrm>
        <a:off x="400296" y="39276"/>
        <a:ext cx="5143008" cy="532758"/>
      </dsp:txXfrm>
    </dsp:sp>
    <dsp:sp modelId="{CD388848-5976-4901-929A-C05A5A9CEF94}">
      <dsp:nvSpPr>
        <dsp:cNvPr id="0" name=""/>
        <dsp:cNvSpPr/>
      </dsp:nvSpPr>
      <dsp:spPr>
        <a:xfrm>
          <a:off x="0" y="1212856"/>
          <a:ext cx="74295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77CEC-F225-4B25-8EC7-E31DFDA17401}">
      <dsp:nvSpPr>
        <dsp:cNvPr id="0" name=""/>
        <dsp:cNvSpPr/>
      </dsp:nvSpPr>
      <dsp:spPr>
        <a:xfrm>
          <a:off x="371475" y="917656"/>
          <a:ext cx="520065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6572" tIns="0" rIns="19657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Utilizare pe mobil</a:t>
          </a:r>
        </a:p>
      </dsp:txBody>
      <dsp:txXfrm>
        <a:off x="400296" y="946477"/>
        <a:ext cx="5143008" cy="532758"/>
      </dsp:txXfrm>
    </dsp:sp>
    <dsp:sp modelId="{05A33ECF-8DA6-4C49-8B65-DB69C6739ECB}">
      <dsp:nvSpPr>
        <dsp:cNvPr id="0" name=""/>
        <dsp:cNvSpPr/>
      </dsp:nvSpPr>
      <dsp:spPr>
        <a:xfrm>
          <a:off x="0" y="2120056"/>
          <a:ext cx="74295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BD931-DFF0-48CC-A26D-1282B9BEFE8B}">
      <dsp:nvSpPr>
        <dsp:cNvPr id="0" name=""/>
        <dsp:cNvSpPr/>
      </dsp:nvSpPr>
      <dsp:spPr>
        <a:xfrm>
          <a:off x="371475" y="1824856"/>
          <a:ext cx="520065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6572" tIns="0" rIns="19657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Conexiune instabilă</a:t>
          </a:r>
        </a:p>
      </dsp:txBody>
      <dsp:txXfrm>
        <a:off x="400296" y="1853677"/>
        <a:ext cx="5143008" cy="532758"/>
      </dsp:txXfrm>
    </dsp:sp>
    <dsp:sp modelId="{58497E9B-CC64-4806-95BF-51F88E69CFAB}">
      <dsp:nvSpPr>
        <dsp:cNvPr id="0" name=""/>
        <dsp:cNvSpPr/>
      </dsp:nvSpPr>
      <dsp:spPr>
        <a:xfrm>
          <a:off x="0" y="3027256"/>
          <a:ext cx="74295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4CD7E-5B8A-4009-B351-575595124DFC}">
      <dsp:nvSpPr>
        <dsp:cNvPr id="0" name=""/>
        <dsp:cNvSpPr/>
      </dsp:nvSpPr>
      <dsp:spPr>
        <a:xfrm>
          <a:off x="371475" y="2732056"/>
          <a:ext cx="520065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6572" tIns="0" rIns="19657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Presiune de timp</a:t>
          </a:r>
        </a:p>
      </dsp:txBody>
      <dsp:txXfrm>
        <a:off x="400296" y="2760877"/>
        <a:ext cx="5143008" cy="532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F61BC8-BBBC-4C8E-B45E-9159A05A1F02}">
      <dsp:nvSpPr>
        <dsp:cNvPr id="0" name=""/>
        <dsp:cNvSpPr/>
      </dsp:nvSpPr>
      <dsp:spPr>
        <a:xfrm>
          <a:off x="0" y="0"/>
          <a:ext cx="43134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85318-F3C0-4E55-9688-23631630DFA0}">
      <dsp:nvSpPr>
        <dsp:cNvPr id="0" name=""/>
        <dsp:cNvSpPr/>
      </dsp:nvSpPr>
      <dsp:spPr>
        <a:xfrm>
          <a:off x="0" y="0"/>
          <a:ext cx="4313428" cy="117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kern="1200"/>
            <a:t>Planificare într-un singur loc</a:t>
          </a:r>
          <a:endParaRPr lang="en-US" sz="3400" kern="1200"/>
        </a:p>
      </dsp:txBody>
      <dsp:txXfrm>
        <a:off x="0" y="0"/>
        <a:ext cx="4313428" cy="1177132"/>
      </dsp:txXfrm>
    </dsp:sp>
    <dsp:sp modelId="{30B40EB3-AD10-49F6-A317-160D905314FA}">
      <dsp:nvSpPr>
        <dsp:cNvPr id="0" name=""/>
        <dsp:cNvSpPr/>
      </dsp:nvSpPr>
      <dsp:spPr>
        <a:xfrm>
          <a:off x="0" y="1177132"/>
          <a:ext cx="43134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55405-9DCD-4018-8A4F-B37D8E610884}">
      <dsp:nvSpPr>
        <dsp:cNvPr id="0" name=""/>
        <dsp:cNvSpPr/>
      </dsp:nvSpPr>
      <dsp:spPr>
        <a:xfrm>
          <a:off x="0" y="1177132"/>
          <a:ext cx="4313428" cy="117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kern="1200"/>
            <a:t>Reducerea stresului</a:t>
          </a:r>
          <a:endParaRPr lang="en-US" sz="3400" kern="1200"/>
        </a:p>
      </dsp:txBody>
      <dsp:txXfrm>
        <a:off x="0" y="1177132"/>
        <a:ext cx="4313428" cy="1177132"/>
      </dsp:txXfrm>
    </dsp:sp>
    <dsp:sp modelId="{6DC48732-2DFC-4EE4-8155-0700D8D55566}">
      <dsp:nvSpPr>
        <dsp:cNvPr id="0" name=""/>
        <dsp:cNvSpPr/>
      </dsp:nvSpPr>
      <dsp:spPr>
        <a:xfrm>
          <a:off x="0" y="2354264"/>
          <a:ext cx="43134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485EB-AD22-41A6-A6B6-2D59C7F28B5C}">
      <dsp:nvSpPr>
        <dsp:cNvPr id="0" name=""/>
        <dsp:cNvSpPr/>
      </dsp:nvSpPr>
      <dsp:spPr>
        <a:xfrm>
          <a:off x="0" y="2354264"/>
          <a:ext cx="4313428" cy="117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kern="1200"/>
            <a:t>Acces rapid la informații</a:t>
          </a:r>
          <a:endParaRPr lang="en-US" sz="3400" kern="1200"/>
        </a:p>
      </dsp:txBody>
      <dsp:txXfrm>
        <a:off x="0" y="2354264"/>
        <a:ext cx="4313428" cy="1177132"/>
      </dsp:txXfrm>
    </dsp:sp>
    <dsp:sp modelId="{FB35DD32-B6CE-4713-911B-F2DA64C3C598}">
      <dsp:nvSpPr>
        <dsp:cNvPr id="0" name=""/>
        <dsp:cNvSpPr/>
      </dsp:nvSpPr>
      <dsp:spPr>
        <a:xfrm>
          <a:off x="0" y="3531396"/>
          <a:ext cx="43134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B6263-46B3-4B33-89BC-11B743BE3F60}">
      <dsp:nvSpPr>
        <dsp:cNvPr id="0" name=""/>
        <dsp:cNvSpPr/>
      </dsp:nvSpPr>
      <dsp:spPr>
        <a:xfrm>
          <a:off x="0" y="3531396"/>
          <a:ext cx="4313428" cy="1177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400" kern="1200"/>
            <a:t>Adaptare la context</a:t>
          </a:r>
          <a:endParaRPr lang="en-US" sz="3400" kern="1200"/>
        </a:p>
      </dsp:txBody>
      <dsp:txXfrm>
        <a:off x="0" y="3531396"/>
        <a:ext cx="4313428" cy="11771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D8D9D-325E-4563-8DBD-1481ED7F9E30}">
      <dsp:nvSpPr>
        <dsp:cNvPr id="0" name=""/>
        <dsp:cNvSpPr/>
      </dsp:nvSpPr>
      <dsp:spPr>
        <a:xfrm>
          <a:off x="0" y="22606"/>
          <a:ext cx="7429500" cy="79852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Planificare cap-coadă</a:t>
          </a:r>
        </a:p>
      </dsp:txBody>
      <dsp:txXfrm>
        <a:off x="38981" y="61587"/>
        <a:ext cx="7351538" cy="720562"/>
      </dsp:txXfrm>
    </dsp:sp>
    <dsp:sp modelId="{306F62FC-5ACA-4A62-A42C-DE3A4DA30546}">
      <dsp:nvSpPr>
        <dsp:cNvPr id="0" name=""/>
        <dsp:cNvSpPr/>
      </dsp:nvSpPr>
      <dsp:spPr>
        <a:xfrm>
          <a:off x="0" y="921931"/>
          <a:ext cx="7429500" cy="798524"/>
        </a:xfrm>
        <a:prstGeom prst="roundRect">
          <a:avLst/>
        </a:prstGeom>
        <a:solidFill>
          <a:schemeClr val="accent5">
            <a:hueOff val="-1102852"/>
            <a:satOff val="-5923"/>
            <a:lumOff val="2026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Listă automată de bagaje</a:t>
          </a:r>
        </a:p>
      </dsp:txBody>
      <dsp:txXfrm>
        <a:off x="38981" y="960912"/>
        <a:ext cx="7351538" cy="720562"/>
      </dsp:txXfrm>
    </dsp:sp>
    <dsp:sp modelId="{50C1CEFB-D17A-49DA-9B50-7926DF7648DE}">
      <dsp:nvSpPr>
        <dsp:cNvPr id="0" name=""/>
        <dsp:cNvSpPr/>
      </dsp:nvSpPr>
      <dsp:spPr>
        <a:xfrm>
          <a:off x="0" y="1821256"/>
          <a:ext cx="7429500" cy="798524"/>
        </a:xfrm>
        <a:prstGeom prst="roundRect">
          <a:avLst/>
        </a:prstGeom>
        <a:solidFill>
          <a:schemeClr val="accent5">
            <a:hueOff val="-2205704"/>
            <a:satOff val="-11847"/>
            <a:lumOff val="4052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Adaptare la context</a:t>
          </a:r>
        </a:p>
      </dsp:txBody>
      <dsp:txXfrm>
        <a:off x="38981" y="1860237"/>
        <a:ext cx="7351538" cy="720562"/>
      </dsp:txXfrm>
    </dsp:sp>
    <dsp:sp modelId="{E2E73E0A-FAE5-48C3-BEE0-E2DE70DE5823}">
      <dsp:nvSpPr>
        <dsp:cNvPr id="0" name=""/>
        <dsp:cNvSpPr/>
      </dsp:nvSpPr>
      <dsp:spPr>
        <a:xfrm>
          <a:off x="0" y="2720580"/>
          <a:ext cx="7429500" cy="798524"/>
        </a:xfrm>
        <a:prstGeom prst="roundRect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Integrare servicii</a:t>
          </a:r>
        </a:p>
      </dsp:txBody>
      <dsp:txXfrm>
        <a:off x="38981" y="2759561"/>
        <a:ext cx="7351538" cy="7205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7109E8-D58C-4BDC-BF9F-4D7BED2E0E68}">
      <dsp:nvSpPr>
        <dsp:cNvPr id="0" name=""/>
        <dsp:cNvSpPr/>
      </dsp:nvSpPr>
      <dsp:spPr>
        <a:xfrm>
          <a:off x="0" y="2904971"/>
          <a:ext cx="7429500" cy="6355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Hartă interactivă</a:t>
          </a:r>
          <a:endParaRPr lang="en-US" sz="2300" kern="1200"/>
        </a:p>
      </dsp:txBody>
      <dsp:txXfrm>
        <a:off x="0" y="2904971"/>
        <a:ext cx="7429500" cy="635536"/>
      </dsp:txXfrm>
    </dsp:sp>
    <dsp:sp modelId="{2FDA0681-900E-4725-B5D3-67D85EFC1683}">
      <dsp:nvSpPr>
        <dsp:cNvPr id="0" name=""/>
        <dsp:cNvSpPr/>
      </dsp:nvSpPr>
      <dsp:spPr>
        <a:xfrm rot="10800000">
          <a:off x="0" y="1937048"/>
          <a:ext cx="7429500" cy="977455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Bagaj</a:t>
          </a:r>
          <a:endParaRPr lang="en-US" sz="2300" kern="1200"/>
        </a:p>
      </dsp:txBody>
      <dsp:txXfrm rot="10800000">
        <a:off x="0" y="1937048"/>
        <a:ext cx="7429500" cy="635121"/>
      </dsp:txXfrm>
    </dsp:sp>
    <dsp:sp modelId="{D3BCFF23-C995-49BA-BEF6-DE6D8FDB460A}">
      <dsp:nvSpPr>
        <dsp:cNvPr id="0" name=""/>
        <dsp:cNvSpPr/>
      </dsp:nvSpPr>
      <dsp:spPr>
        <a:xfrm rot="10800000">
          <a:off x="0" y="969126"/>
          <a:ext cx="7429500" cy="977455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Adaptare itinerar</a:t>
          </a:r>
          <a:endParaRPr lang="en-US" sz="2300" kern="1200"/>
        </a:p>
      </dsp:txBody>
      <dsp:txXfrm rot="10800000">
        <a:off x="0" y="969126"/>
        <a:ext cx="7429500" cy="635121"/>
      </dsp:txXfrm>
    </dsp:sp>
    <dsp:sp modelId="{2EA84154-19B4-4A36-A495-8ABC505AA8AF}">
      <dsp:nvSpPr>
        <dsp:cNvPr id="0" name=""/>
        <dsp:cNvSpPr/>
      </dsp:nvSpPr>
      <dsp:spPr>
        <a:xfrm rot="10800000">
          <a:off x="0" y="1204"/>
          <a:ext cx="7429500" cy="977455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Planificare călătorie</a:t>
          </a:r>
          <a:endParaRPr lang="en-US" sz="2300" kern="1200"/>
        </a:p>
      </dsp:txBody>
      <dsp:txXfrm rot="10800000">
        <a:off x="0" y="1204"/>
        <a:ext cx="7429500" cy="635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3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16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9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9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08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2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6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0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5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96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08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4115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8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28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4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99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17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Asistent</a:t>
            </a:r>
            <a:r>
              <a:rPr dirty="0"/>
              <a:t> Personal de </a:t>
            </a:r>
            <a:r>
              <a:rPr dirty="0" err="1"/>
              <a:t>Călătorie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tIns="108000">
            <a:normAutofit fontScale="92500" lnSpcReduction="20000"/>
          </a:bodyPr>
          <a:lstStyle/>
          <a:p>
            <a:pPr marL="0" indent="0" algn="ctr">
              <a:buNone/>
            </a:pPr>
            <a:r>
              <a:rPr i="1" dirty="0" err="1">
                <a:solidFill>
                  <a:schemeClr val="tx1">
                    <a:lumMod val="95000"/>
                  </a:schemeClr>
                </a:solidFill>
              </a:rPr>
              <a:t>Proiect</a:t>
            </a:r>
            <a:r>
              <a:rPr i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de </a:t>
            </a:r>
            <a:r>
              <a:rPr lang="en-US" i="1" dirty="0" err="1">
                <a:solidFill>
                  <a:schemeClr val="tx1">
                    <a:lumMod val="95000"/>
                  </a:schemeClr>
                </a:solidFill>
              </a:rPr>
              <a:t>echip</a:t>
            </a:r>
            <a:r>
              <a:rPr lang="ro-RO" i="1" dirty="0">
                <a:solidFill>
                  <a:schemeClr val="tx1">
                    <a:lumMod val="95000"/>
                  </a:schemeClr>
                </a:solidFill>
              </a:rPr>
              <a:t>ă</a:t>
            </a:r>
          </a:p>
          <a:p>
            <a:pPr marL="0" indent="0" algn="ctr">
              <a:buNone/>
            </a:pPr>
            <a:r>
              <a:rPr i="1" dirty="0" err="1">
                <a:solidFill>
                  <a:schemeClr val="tx1">
                    <a:lumMod val="95000"/>
                  </a:schemeClr>
                </a:solidFill>
              </a:rPr>
              <a:t>Proiectarea</a:t>
            </a:r>
            <a:r>
              <a:rPr i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i="1" dirty="0" err="1">
                <a:solidFill>
                  <a:schemeClr val="tx1">
                    <a:lumMod val="95000"/>
                  </a:schemeClr>
                </a:solidFill>
              </a:rPr>
              <a:t>Interfeței</a:t>
            </a:r>
            <a:r>
              <a:rPr i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i="1" dirty="0" err="1">
                <a:solidFill>
                  <a:schemeClr val="tx1">
                    <a:lumMod val="95000"/>
                  </a:schemeClr>
                </a:solidFill>
              </a:rPr>
              <a:t>Utilizatorului</a:t>
            </a:r>
            <a:endParaRPr lang="ro-RO" i="1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endParaRPr lang="ro-RO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 algn="ctr">
              <a:buNone/>
            </a:pPr>
            <a:endParaRPr lang="ro-RO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 algn="r">
              <a:buNone/>
            </a:pPr>
            <a:r>
              <a:rPr lang="ro-RO" sz="1700" b="1" dirty="0">
                <a:solidFill>
                  <a:schemeClr val="tx1">
                    <a:lumMod val="85000"/>
                  </a:schemeClr>
                </a:solidFill>
                <a:effectLst>
                  <a:reflection blurRad="139700" stA="40000" endPos="52000" dir="5400000" sy="-100000" algn="bl" rotWithShape="0"/>
                </a:effectLst>
              </a:rPr>
              <a:t>Membrii echipei:</a:t>
            </a:r>
          </a:p>
          <a:p>
            <a:pPr marL="0" indent="0" algn="r">
              <a:buNone/>
            </a:pPr>
            <a:r>
              <a:rPr lang="ro-RO" sz="1700" dirty="0" err="1">
                <a:solidFill>
                  <a:schemeClr val="tx1">
                    <a:lumMod val="85000"/>
                  </a:schemeClr>
                </a:solidFill>
                <a:effectLst>
                  <a:reflection blurRad="139700" stA="40000" endPos="52000" dir="5400000" sy="-100000" algn="bl" rotWithShape="0"/>
                </a:effectLst>
              </a:rPr>
              <a:t>Fățan</a:t>
            </a:r>
            <a:r>
              <a:rPr lang="ro-RO" sz="1700" dirty="0">
                <a:solidFill>
                  <a:schemeClr val="tx1">
                    <a:lumMod val="85000"/>
                  </a:schemeClr>
                </a:solidFill>
                <a:effectLst>
                  <a:reflection blurRad="139700" stA="40000" endPos="52000" dir="5400000" sy="-100000" algn="bl" rotWithShape="0"/>
                </a:effectLst>
              </a:rPr>
              <a:t> Cristina</a:t>
            </a:r>
          </a:p>
          <a:p>
            <a:pPr marL="0" indent="0" algn="r">
              <a:buNone/>
            </a:pPr>
            <a:r>
              <a:rPr lang="ro-RO" sz="1700" dirty="0">
                <a:solidFill>
                  <a:schemeClr val="tx1">
                    <a:lumMod val="85000"/>
                  </a:schemeClr>
                </a:solidFill>
                <a:effectLst>
                  <a:reflection blurRad="139700" stA="40000" endPos="52000" dir="5400000" sy="-100000" algn="bl" rotWithShape="0"/>
                </a:effectLst>
              </a:rPr>
              <a:t>Mesaroș Antonio</a:t>
            </a:r>
          </a:p>
          <a:p>
            <a:pPr marL="0" indent="0" algn="r">
              <a:buNone/>
            </a:pPr>
            <a:r>
              <a:rPr lang="ro-RO" sz="1700" dirty="0">
                <a:solidFill>
                  <a:schemeClr val="tx1">
                    <a:lumMod val="85000"/>
                  </a:schemeClr>
                </a:solidFill>
                <a:effectLst>
                  <a:reflection blurRad="139700" stA="40000" endPos="52000" dir="5400000" sy="-100000" algn="bl" rotWithShape="0"/>
                </a:effectLst>
              </a:rPr>
              <a:t>Mihalache Gabriel</a:t>
            </a:r>
            <a:endParaRPr sz="1700" dirty="0">
              <a:solidFill>
                <a:schemeClr val="tx1">
                  <a:lumMod val="85000"/>
                </a:schemeClr>
              </a:solidFill>
              <a:effectLst>
                <a:reflection blurRad="139700" stA="40000" endPos="52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68E1AD9-1797-B8D1-504D-6348F16B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Descrierea proiectului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14F156F-39C0-7883-A444-30A74E7FA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Proiectul </a:t>
            </a:r>
            <a:r>
              <a:rPr lang="ro-RO" b="1" i="1" dirty="0"/>
              <a:t>Asistent Personal de Călătorie</a:t>
            </a:r>
            <a:r>
              <a:rPr lang="ro-RO" b="1" dirty="0"/>
              <a:t> </a:t>
            </a:r>
            <a:r>
              <a:rPr lang="ro-RO" dirty="0"/>
              <a:t>propune o interfață care sprijină utilizatorii în </a:t>
            </a:r>
            <a:r>
              <a:rPr lang="ro-RO" b="1" dirty="0"/>
              <a:t>planificarea</a:t>
            </a:r>
            <a:r>
              <a:rPr lang="ro-RO" dirty="0"/>
              <a:t> și </a:t>
            </a:r>
            <a:r>
              <a:rPr lang="ro-RO" b="1" dirty="0"/>
              <a:t>gestionarea completă </a:t>
            </a:r>
            <a:r>
              <a:rPr lang="ro-RO" dirty="0"/>
              <a:t>a unei călătorii, de la </a:t>
            </a:r>
            <a:r>
              <a:rPr lang="ro-RO" b="1" dirty="0"/>
              <a:t>stabilirea destinației</a:t>
            </a:r>
            <a:r>
              <a:rPr lang="ro-RO" dirty="0"/>
              <a:t> până la organizarea </a:t>
            </a:r>
            <a:r>
              <a:rPr lang="ro-RO" b="1" dirty="0"/>
              <a:t>activităților zilnice</a:t>
            </a:r>
            <a:r>
              <a:rPr lang="ro-RO" dirty="0"/>
              <a:t>. Aplicația urmărește să </a:t>
            </a:r>
            <a:r>
              <a:rPr lang="ro-RO" b="1" dirty="0"/>
              <a:t>reducă stresul și timpul pierdut</a:t>
            </a:r>
            <a:r>
              <a:rPr lang="ro-RO" dirty="0"/>
              <a:t>, oferind informațiile esențiale într-un mod </a:t>
            </a:r>
            <a:r>
              <a:rPr lang="ro-RO" b="1" dirty="0"/>
              <a:t>clar</a:t>
            </a:r>
            <a:r>
              <a:rPr lang="ro-RO" dirty="0"/>
              <a:t>, </a:t>
            </a:r>
            <a:r>
              <a:rPr lang="ro-RO" b="1" dirty="0"/>
              <a:t>coerent</a:t>
            </a:r>
            <a:r>
              <a:rPr lang="ro-RO" dirty="0"/>
              <a:t> și </a:t>
            </a:r>
            <a:r>
              <a:rPr lang="ro-RO" b="1" dirty="0"/>
              <a:t>adaptat</a:t>
            </a:r>
            <a:r>
              <a:rPr lang="ro-RO" dirty="0"/>
              <a:t> contextului real de utilizare. </a:t>
            </a:r>
          </a:p>
        </p:txBody>
      </p:sp>
    </p:spTree>
    <p:extLst>
      <p:ext uri="{BB962C8B-B14F-4D97-AF65-F5344CB8AC3E}">
        <p14:creationId xmlns:p14="http://schemas.microsoft.com/office/powerpoint/2010/main" val="29342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lang="ro-RO"/>
              <a:t>Problema</a:t>
            </a: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D1D57DF6-EF04-9E7B-48F5-B5460CC10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680365"/>
              </p:ext>
            </p:extLst>
          </p:nvPr>
        </p:nvGraphicFramePr>
        <p:xfrm>
          <a:off x="856059" y="2418820"/>
          <a:ext cx="74295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Utilizatori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BE7DE3-5E9B-0031-5681-FDDB06866A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266664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Context de utilizare</a:t>
            </a: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41ABE07C-6489-4025-9768-BD7ABD3948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33741"/>
              </p:ext>
            </p:extLst>
          </p:nvPr>
        </p:nvGraphicFramePr>
        <p:xfrm>
          <a:off x="855663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082673"/>
            <a:ext cx="2152062" cy="4708528"/>
          </a:xfrm>
        </p:spPr>
        <p:txBody>
          <a:bodyPr>
            <a:normAutofit/>
          </a:bodyPr>
          <a:lstStyle/>
          <a:p>
            <a:pPr algn="r"/>
            <a:r>
              <a:rPr lang="ro-RO" sz="3500"/>
              <a:t>Obiective</a:t>
            </a: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BC8C9C52-EBD9-EDE6-E171-8496CA0C59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73322" y="1082673"/>
          <a:ext cx="4313428" cy="470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082673"/>
            <a:ext cx="2152062" cy="4708528"/>
          </a:xfrm>
        </p:spPr>
        <p:txBody>
          <a:bodyPr>
            <a:normAutofit/>
          </a:bodyPr>
          <a:lstStyle/>
          <a:p>
            <a:pPr algn="r"/>
            <a:r>
              <a:rPr lang="ro-RO" sz="3000"/>
              <a:t>Provocări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2" y="1082673"/>
            <a:ext cx="4313428" cy="4708528"/>
          </a:xfrm>
        </p:spPr>
        <p:txBody>
          <a:bodyPr anchor="ctr">
            <a:normAutofit/>
          </a:bodyPr>
          <a:lstStyle/>
          <a:p>
            <a:r>
              <a:rPr lang="ro-RO" sz="1600"/>
              <a:t>Supraîncărcare informațională</a:t>
            </a:r>
          </a:p>
          <a:p>
            <a:r>
              <a:rPr lang="ro-RO" sz="1600"/>
              <a:t>Claritate</a:t>
            </a:r>
          </a:p>
          <a:p>
            <a:r>
              <a:rPr lang="ro-RO" sz="1600"/>
              <a:t>Coerență între ecrane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Idei inovatoare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E24ACE-A86B-2974-933F-8F1384527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889565"/>
              </p:ext>
            </p:extLst>
          </p:nvPr>
        </p:nvGraphicFramePr>
        <p:xfrm>
          <a:off x="855663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Sarcini utilizator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51DE4B-32F9-4452-B2E6-F1359E35E7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2348008"/>
              </p:ext>
            </p:extLst>
          </p:nvPr>
        </p:nvGraphicFramePr>
        <p:xfrm>
          <a:off x="855663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082673"/>
            <a:ext cx="2152062" cy="4708528"/>
          </a:xfrm>
        </p:spPr>
        <p:txBody>
          <a:bodyPr>
            <a:normAutofit/>
          </a:bodyPr>
          <a:lstStyle/>
          <a:p>
            <a:pPr algn="r"/>
            <a:r>
              <a:rPr lang="ro-RO" sz="350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2" y="1082673"/>
            <a:ext cx="4313428" cy="4708528"/>
          </a:xfrm>
        </p:spPr>
        <p:txBody>
          <a:bodyPr anchor="ctr">
            <a:normAutofit/>
          </a:bodyPr>
          <a:lstStyle/>
          <a:p>
            <a:r>
              <a:rPr lang="pt-BR" sz="1600"/>
              <a:t>Demonstrarea prototipului</a:t>
            </a:r>
          </a:p>
          <a:p>
            <a:r>
              <a:rPr lang="pt-BR" sz="1600"/>
              <a:t>Scenariu real de utilizare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17</TotalTime>
  <Words>169</Words>
  <Application>Microsoft Office PowerPoint</Application>
  <PresentationFormat>Expunere pe ecran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Asistent Personal de Călătorie</vt:lpstr>
      <vt:lpstr>Descrierea proiectului</vt:lpstr>
      <vt:lpstr>Problema</vt:lpstr>
      <vt:lpstr>Utilizatori</vt:lpstr>
      <vt:lpstr>Context de utilizare</vt:lpstr>
      <vt:lpstr>Obiective</vt:lpstr>
      <vt:lpstr>Provocări UX</vt:lpstr>
      <vt:lpstr>Idei inovatoare</vt:lpstr>
      <vt:lpstr>Sarcini utilizator</vt:lpstr>
      <vt:lpstr>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Cristian Mesaros</cp:lastModifiedBy>
  <cp:revision>3</cp:revision>
  <dcterms:created xsi:type="dcterms:W3CDTF">2013-01-27T09:14:16Z</dcterms:created>
  <dcterms:modified xsi:type="dcterms:W3CDTF">2026-01-20T09:36:27Z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2026-01-20T09:20:25Z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fc292aa1-88c8-4e24-a490-4ece69ca39a0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